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Poppins"/>
      <p:regular r:id="rId32"/>
      <p:bold r:id="rId33"/>
      <p:italic r:id="rId34"/>
      <p:boldItalic r:id="rId35"/>
    </p:embeddedFont>
    <p:embeddedFont>
      <p:font typeface="Montserrat"/>
      <p:regular r:id="rId36"/>
      <p:bold r:id="rId37"/>
      <p:italic r:id="rId38"/>
      <p:boldItalic r:id="rId39"/>
    </p:embeddedFont>
    <p:embeddedFont>
      <p:font typeface="Anaheim"/>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842E9D-37C4-4CDF-AD42-9A848CDBACB3}">
  <a:tblStyle styleId="{C8842E9D-37C4-4CDF-AD42-9A848CDBACB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FA69476-A649-4B8E-8C35-1A79B500C53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naheim-regular.fntdata"/><Relationship Id="rId20" Type="http://schemas.openxmlformats.org/officeDocument/2006/relationships/slide" Target="slides/slide14.xml"/><Relationship Id="rId41" Type="http://schemas.openxmlformats.org/officeDocument/2006/relationships/font" Target="fonts/Anaheim-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oppins-bold.fntdata"/><Relationship Id="rId10" Type="http://schemas.openxmlformats.org/officeDocument/2006/relationships/slide" Target="slides/slide4.xml"/><Relationship Id="rId32" Type="http://schemas.openxmlformats.org/officeDocument/2006/relationships/font" Target="fonts/Poppins-regular.fntdata"/><Relationship Id="rId13" Type="http://schemas.openxmlformats.org/officeDocument/2006/relationships/slide" Target="slides/slide7.xml"/><Relationship Id="rId35" Type="http://schemas.openxmlformats.org/officeDocument/2006/relationships/font" Target="fonts/Poppins-boldItalic.fntdata"/><Relationship Id="rId12" Type="http://schemas.openxmlformats.org/officeDocument/2006/relationships/slide" Target="slides/slide6.xml"/><Relationship Id="rId34" Type="http://schemas.openxmlformats.org/officeDocument/2006/relationships/font" Target="fonts/Poppins-italic.fntdata"/><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080675" y="1687650"/>
            <a:ext cx="6350100" cy="1431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2080675" y="3183000"/>
            <a:ext cx="63501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 name="Google Shape;12;p2"/>
          <p:cNvSpPr/>
          <p:nvPr/>
        </p:nvSpPr>
        <p:spPr>
          <a:xfrm>
            <a:off x="0" y="0"/>
            <a:ext cx="1721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 name="Google Shape;13;p2"/>
          <p:cNvCxnSpPr/>
          <p:nvPr/>
        </p:nvCxnSpPr>
        <p:spPr>
          <a:xfrm>
            <a:off x="8680750" y="-35700"/>
            <a:ext cx="0" cy="5214900"/>
          </a:xfrm>
          <a:prstGeom prst="straightConnector1">
            <a:avLst/>
          </a:prstGeom>
          <a:noFill/>
          <a:ln cap="flat" cmpd="sng" w="9525">
            <a:solidFill>
              <a:schemeClr val="lt2"/>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 name="Shape 14"/>
        <p:cNvGrpSpPr/>
        <p:nvPr/>
      </p:nvGrpSpPr>
      <p:grpSpPr>
        <a:xfrm>
          <a:off x="0" y="0"/>
          <a:ext cx="0" cy="0"/>
          <a:chOff x="0" y="0"/>
          <a:chExt cx="0" cy="0"/>
        </a:xfrm>
      </p:grpSpPr>
      <p:sp>
        <p:nvSpPr>
          <p:cNvPr id="15" name="Google Shape;15;p3"/>
          <p:cNvSpPr/>
          <p:nvPr/>
        </p:nvSpPr>
        <p:spPr>
          <a:xfrm>
            <a:off x="0" y="0"/>
            <a:ext cx="40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 name="Google Shape;16;p3"/>
          <p:cNvCxnSpPr/>
          <p:nvPr/>
        </p:nvCxnSpPr>
        <p:spPr>
          <a:xfrm>
            <a:off x="8430775" y="-35700"/>
            <a:ext cx="0" cy="5214900"/>
          </a:xfrm>
          <a:prstGeom prst="straightConnector1">
            <a:avLst/>
          </a:prstGeom>
          <a:noFill/>
          <a:ln cap="flat" cmpd="sng" w="9525">
            <a:solidFill>
              <a:schemeClr val="lt2"/>
            </a:solidFill>
            <a:prstDash val="solid"/>
            <a:round/>
            <a:headEnd len="sm" w="sm" type="none"/>
            <a:tailEnd len="sm" w="sm" type="none"/>
          </a:ln>
        </p:spPr>
      </p:cxnSp>
      <p:sp>
        <p:nvSpPr>
          <p:cNvPr id="17" name="Google Shape;17;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 name="Google Shape;18;p3"/>
          <p:cNvSpPr txBox="1"/>
          <p:nvPr>
            <p:ph idx="2" type="title"/>
          </p:nvPr>
        </p:nvSpPr>
        <p:spPr>
          <a:xfrm>
            <a:off x="720000" y="1579950"/>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9" name="Google Shape;19;p3"/>
          <p:cNvSpPr txBox="1"/>
          <p:nvPr>
            <p:ph idx="3" type="title"/>
          </p:nvPr>
        </p:nvSpPr>
        <p:spPr>
          <a:xfrm>
            <a:off x="720000" y="2914288"/>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 name="Google Shape;20;p3"/>
          <p:cNvSpPr txBox="1"/>
          <p:nvPr>
            <p:ph idx="4" type="title"/>
          </p:nvPr>
        </p:nvSpPr>
        <p:spPr>
          <a:xfrm>
            <a:off x="3371772" y="1579950"/>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 name="Google Shape;21;p3"/>
          <p:cNvSpPr txBox="1"/>
          <p:nvPr>
            <p:ph idx="5" type="title"/>
          </p:nvPr>
        </p:nvSpPr>
        <p:spPr>
          <a:xfrm>
            <a:off x="3371772" y="2914288"/>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 name="Google Shape;22;p3"/>
          <p:cNvSpPr txBox="1"/>
          <p:nvPr>
            <p:ph idx="6" type="title"/>
          </p:nvPr>
        </p:nvSpPr>
        <p:spPr>
          <a:xfrm>
            <a:off x="6023544" y="1579950"/>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 name="Google Shape;23;p3"/>
          <p:cNvSpPr txBox="1"/>
          <p:nvPr>
            <p:ph idx="7" type="title"/>
          </p:nvPr>
        </p:nvSpPr>
        <p:spPr>
          <a:xfrm>
            <a:off x="6023544" y="2914288"/>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4" name="Google Shape;24;p3"/>
          <p:cNvSpPr txBox="1"/>
          <p:nvPr>
            <p:ph idx="1" type="subTitle"/>
          </p:nvPr>
        </p:nvSpPr>
        <p:spPr>
          <a:xfrm>
            <a:off x="720000" y="1978648"/>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5" name="Google Shape;25;p3"/>
          <p:cNvSpPr txBox="1"/>
          <p:nvPr>
            <p:ph idx="8" type="subTitle"/>
          </p:nvPr>
        </p:nvSpPr>
        <p:spPr>
          <a:xfrm>
            <a:off x="3371774" y="1978648"/>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6" name="Google Shape;26;p3"/>
          <p:cNvSpPr txBox="1"/>
          <p:nvPr>
            <p:ph idx="9" type="subTitle"/>
          </p:nvPr>
        </p:nvSpPr>
        <p:spPr>
          <a:xfrm>
            <a:off x="6023548" y="1978648"/>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3"/>
          <p:cNvSpPr txBox="1"/>
          <p:nvPr>
            <p:ph idx="13" type="subTitle"/>
          </p:nvPr>
        </p:nvSpPr>
        <p:spPr>
          <a:xfrm>
            <a:off x="720000" y="3313049"/>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 name="Google Shape;28;p3"/>
          <p:cNvSpPr txBox="1"/>
          <p:nvPr>
            <p:ph idx="14" type="subTitle"/>
          </p:nvPr>
        </p:nvSpPr>
        <p:spPr>
          <a:xfrm>
            <a:off x="3371774" y="3313049"/>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 name="Google Shape;29;p3"/>
          <p:cNvSpPr txBox="1"/>
          <p:nvPr>
            <p:ph idx="15" type="subTitle"/>
          </p:nvPr>
        </p:nvSpPr>
        <p:spPr>
          <a:xfrm>
            <a:off x="6023548" y="3313049"/>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grpSp>
        <p:nvGrpSpPr>
          <p:cNvPr id="30" name="Google Shape;30;p3"/>
          <p:cNvGrpSpPr/>
          <p:nvPr/>
        </p:nvGrpSpPr>
        <p:grpSpPr>
          <a:xfrm>
            <a:off x="720000" y="4854300"/>
            <a:ext cx="8536500" cy="0"/>
            <a:chOff x="2220050" y="1547100"/>
            <a:chExt cx="8536500" cy="0"/>
          </a:xfrm>
        </p:grpSpPr>
        <p:cxnSp>
          <p:nvCxnSpPr>
            <p:cNvPr id="31" name="Google Shape;31;p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2" name="Google Shape;32;p3"/>
            <p:cNvCxnSpPr/>
            <p:nvPr/>
          </p:nvCxnSpPr>
          <p:spPr>
            <a:xfrm>
              <a:off x="2684450" y="1547100"/>
              <a:ext cx="8072100" cy="0"/>
            </a:xfrm>
            <a:prstGeom prst="straightConnector1">
              <a:avLst/>
            </a:prstGeom>
            <a:noFill/>
            <a:ln cap="flat" cmpd="sng" w="9525">
              <a:solidFill>
                <a:schemeClr val="dk1"/>
              </a:solidFill>
              <a:prstDash val="solid"/>
              <a:round/>
              <a:headEnd len="sm" w="sm" type="none"/>
              <a:tailEnd len="sm" w="sm" type="none"/>
            </a:ln>
          </p:spPr>
        </p:cxnSp>
      </p:grpSp>
      <p:sp>
        <p:nvSpPr>
          <p:cNvPr id="33" name="Google Shape;33;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4"/>
          <p:cNvSpPr/>
          <p:nvPr/>
        </p:nvSpPr>
        <p:spPr>
          <a:xfrm>
            <a:off x="5911750" y="0"/>
            <a:ext cx="323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 name="Google Shape;36;p4"/>
          <p:cNvCxnSpPr/>
          <p:nvPr/>
        </p:nvCxnSpPr>
        <p:spPr>
          <a:xfrm>
            <a:off x="712819" y="-35700"/>
            <a:ext cx="0" cy="5214900"/>
          </a:xfrm>
          <a:prstGeom prst="straightConnector1">
            <a:avLst/>
          </a:prstGeom>
          <a:noFill/>
          <a:ln cap="flat" cmpd="sng" w="9525">
            <a:solidFill>
              <a:schemeClr val="lt2"/>
            </a:solidFill>
            <a:prstDash val="solid"/>
            <a:round/>
            <a:headEnd len="sm" w="sm" type="none"/>
            <a:tailEnd len="sm" w="sm" type="none"/>
          </a:ln>
        </p:spPr>
      </p:cxnSp>
      <p:sp>
        <p:nvSpPr>
          <p:cNvPr id="37" name="Google Shape;37;p4"/>
          <p:cNvSpPr txBox="1"/>
          <p:nvPr>
            <p:ph type="title"/>
          </p:nvPr>
        </p:nvSpPr>
        <p:spPr>
          <a:xfrm>
            <a:off x="1500200" y="2699650"/>
            <a:ext cx="3362100" cy="84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8" name="Google Shape;38;p4"/>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9" name="Google Shape;39;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5"/>
          <p:cNvSpPr/>
          <p:nvPr/>
        </p:nvSpPr>
        <p:spPr>
          <a:xfrm>
            <a:off x="6501975" y="0"/>
            <a:ext cx="26421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2" name="Google Shape;42;p5"/>
          <p:cNvCxnSpPr/>
          <p:nvPr/>
        </p:nvCxnSpPr>
        <p:spPr>
          <a:xfrm>
            <a:off x="123225" y="-35700"/>
            <a:ext cx="0" cy="5214900"/>
          </a:xfrm>
          <a:prstGeom prst="straightConnector1">
            <a:avLst/>
          </a:prstGeom>
          <a:noFill/>
          <a:ln cap="flat" cmpd="sng" w="9525">
            <a:solidFill>
              <a:schemeClr val="lt2"/>
            </a:solidFill>
            <a:prstDash val="solid"/>
            <a:round/>
            <a:headEnd len="sm" w="sm" type="none"/>
            <a:tailEnd len="sm" w="sm" type="none"/>
          </a:ln>
        </p:spPr>
      </p:cxnSp>
      <p:sp>
        <p:nvSpPr>
          <p:cNvPr id="43" name="Google Shape;43;p5"/>
          <p:cNvSpPr txBox="1"/>
          <p:nvPr>
            <p:ph idx="1" type="subTitle"/>
          </p:nvPr>
        </p:nvSpPr>
        <p:spPr>
          <a:xfrm>
            <a:off x="720000" y="1413363"/>
            <a:ext cx="5321400" cy="26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1200"/>
              <a:buChar char="●"/>
              <a:defRPr/>
            </a:lvl1pPr>
            <a:lvl2pPr lvl="1" algn="ctr">
              <a:lnSpc>
                <a:spcPct val="100000"/>
              </a:lnSpc>
              <a:spcBef>
                <a:spcPts val="1000"/>
              </a:spcBef>
              <a:spcAft>
                <a:spcPts val="0"/>
              </a:spcAft>
              <a:buClr>
                <a:srgbClr val="E76A28"/>
              </a:buClr>
              <a:buSzPts val="1200"/>
              <a:buChar char="○"/>
              <a:defRPr/>
            </a:lvl2pPr>
            <a:lvl3pPr lvl="2" algn="ctr">
              <a:lnSpc>
                <a:spcPct val="100000"/>
              </a:lnSpc>
              <a:spcBef>
                <a:spcPts val="1600"/>
              </a:spcBef>
              <a:spcAft>
                <a:spcPts val="0"/>
              </a:spcAft>
              <a:buClr>
                <a:srgbClr val="E76A28"/>
              </a:buClr>
              <a:buSzPts val="1200"/>
              <a:buChar char="■"/>
              <a:defRPr/>
            </a:lvl3pPr>
            <a:lvl4pPr lvl="3" algn="ctr">
              <a:lnSpc>
                <a:spcPct val="100000"/>
              </a:lnSpc>
              <a:spcBef>
                <a:spcPts val="1600"/>
              </a:spcBef>
              <a:spcAft>
                <a:spcPts val="0"/>
              </a:spcAft>
              <a:buClr>
                <a:srgbClr val="E76A28"/>
              </a:buClr>
              <a:buSzPts val="1200"/>
              <a:buChar char="●"/>
              <a:defRPr/>
            </a:lvl4pPr>
            <a:lvl5pPr lvl="4" algn="ctr">
              <a:lnSpc>
                <a:spcPct val="100000"/>
              </a:lnSpc>
              <a:spcBef>
                <a:spcPts val="1600"/>
              </a:spcBef>
              <a:spcAft>
                <a:spcPts val="0"/>
              </a:spcAft>
              <a:buClr>
                <a:srgbClr val="E76A28"/>
              </a:buClr>
              <a:buSzPts val="1200"/>
              <a:buChar char="○"/>
              <a:defRPr/>
            </a:lvl5pPr>
            <a:lvl6pPr lvl="5" algn="ctr">
              <a:lnSpc>
                <a:spcPct val="100000"/>
              </a:lnSpc>
              <a:spcBef>
                <a:spcPts val="1600"/>
              </a:spcBef>
              <a:spcAft>
                <a:spcPts val="0"/>
              </a:spcAft>
              <a:buClr>
                <a:srgbClr val="999999"/>
              </a:buClr>
              <a:buSzPts val="1200"/>
              <a:buChar char="■"/>
              <a:defRPr/>
            </a:lvl6pPr>
            <a:lvl7pPr lvl="6" algn="ctr">
              <a:lnSpc>
                <a:spcPct val="100000"/>
              </a:lnSpc>
              <a:spcBef>
                <a:spcPts val="1600"/>
              </a:spcBef>
              <a:spcAft>
                <a:spcPts val="0"/>
              </a:spcAft>
              <a:buClr>
                <a:srgbClr val="999999"/>
              </a:buClr>
              <a:buSzPts val="1200"/>
              <a:buChar char="●"/>
              <a:defRPr/>
            </a:lvl7pPr>
            <a:lvl8pPr lvl="7" algn="ctr">
              <a:lnSpc>
                <a:spcPct val="100000"/>
              </a:lnSpc>
              <a:spcBef>
                <a:spcPts val="1600"/>
              </a:spcBef>
              <a:spcAft>
                <a:spcPts val="0"/>
              </a:spcAft>
              <a:buClr>
                <a:srgbClr val="999999"/>
              </a:buClr>
              <a:buSzPts val="1200"/>
              <a:buChar char="○"/>
              <a:defRPr/>
            </a:lvl8pPr>
            <a:lvl9pPr lvl="8" algn="ctr">
              <a:lnSpc>
                <a:spcPct val="100000"/>
              </a:lnSpc>
              <a:spcBef>
                <a:spcPts val="1600"/>
              </a:spcBef>
              <a:spcAft>
                <a:spcPts val="1600"/>
              </a:spcAft>
              <a:buClr>
                <a:srgbClr val="999999"/>
              </a:buClr>
              <a:buSzPts val="1200"/>
              <a:buChar char="■"/>
              <a:defRPr/>
            </a:lvl9pPr>
          </a:lstStyle>
          <a:p/>
        </p:txBody>
      </p:sp>
      <p:sp>
        <p:nvSpPr>
          <p:cNvPr id="44" name="Google Shape;44;p5"/>
          <p:cNvSpPr txBox="1"/>
          <p:nvPr>
            <p:ph type="title"/>
          </p:nvPr>
        </p:nvSpPr>
        <p:spPr>
          <a:xfrm>
            <a:off x="720000" y="445025"/>
            <a:ext cx="5321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45" name="Google Shape;45;p5"/>
          <p:cNvGrpSpPr/>
          <p:nvPr/>
        </p:nvGrpSpPr>
        <p:grpSpPr>
          <a:xfrm flipH="1">
            <a:off x="-93775" y="4604000"/>
            <a:ext cx="4197300" cy="0"/>
            <a:chOff x="2220050" y="1547100"/>
            <a:chExt cx="4197300" cy="0"/>
          </a:xfrm>
        </p:grpSpPr>
        <p:cxnSp>
          <p:nvCxnSpPr>
            <p:cNvPr id="46" name="Google Shape;46;p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7" name="Google Shape;47;p5"/>
            <p:cNvCxnSpPr/>
            <p:nvPr/>
          </p:nvCxnSpPr>
          <p:spPr>
            <a:xfrm>
              <a:off x="2684450" y="1547100"/>
              <a:ext cx="3732900" cy="0"/>
            </a:xfrm>
            <a:prstGeom prst="straightConnector1">
              <a:avLst/>
            </a:prstGeom>
            <a:noFill/>
            <a:ln cap="flat" cmpd="sng" w="9525">
              <a:solidFill>
                <a:schemeClr val="dk1"/>
              </a:solidFill>
              <a:prstDash val="solid"/>
              <a:round/>
              <a:headEnd len="sm" w="sm" type="none"/>
              <a:tailEnd len="sm" w="sm" type="none"/>
            </a:ln>
          </p:spPr>
        </p:cxnSp>
      </p:grpSp>
      <p:sp>
        <p:nvSpPr>
          <p:cNvPr id="48" name="Google Shape;4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9" name="Shape 49"/>
        <p:cNvGrpSpPr/>
        <p:nvPr/>
      </p:nvGrpSpPr>
      <p:grpSpPr>
        <a:xfrm>
          <a:off x="0" y="0"/>
          <a:ext cx="0" cy="0"/>
          <a:chOff x="0" y="0"/>
          <a:chExt cx="0" cy="0"/>
        </a:xfrm>
      </p:grpSpPr>
      <p:sp>
        <p:nvSpPr>
          <p:cNvPr id="50" name="Google Shape;50;p6"/>
          <p:cNvSpPr/>
          <p:nvPr/>
        </p:nvSpPr>
        <p:spPr>
          <a:xfrm>
            <a:off x="0" y="0"/>
            <a:ext cx="1686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1" name="Google Shape;51;p6"/>
          <p:cNvCxnSpPr/>
          <p:nvPr/>
        </p:nvCxnSpPr>
        <p:spPr>
          <a:xfrm>
            <a:off x="8909350" y="-35700"/>
            <a:ext cx="0" cy="5214900"/>
          </a:xfrm>
          <a:prstGeom prst="straightConnector1">
            <a:avLst/>
          </a:prstGeom>
          <a:noFill/>
          <a:ln cap="flat" cmpd="sng" w="9525">
            <a:solidFill>
              <a:schemeClr val="lt2"/>
            </a:solidFill>
            <a:prstDash val="solid"/>
            <a:round/>
            <a:headEnd len="sm" w="sm" type="none"/>
            <a:tailEnd len="sm" w="sm" type="none"/>
          </a:ln>
        </p:spPr>
      </p:cxnSp>
      <p:sp>
        <p:nvSpPr>
          <p:cNvPr id="52" name="Google Shape;52;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3" name="Google Shape;53;p6"/>
          <p:cNvSpPr txBox="1"/>
          <p:nvPr>
            <p:ph idx="1" type="subTitle"/>
          </p:nvPr>
        </p:nvSpPr>
        <p:spPr>
          <a:xfrm>
            <a:off x="720000" y="2275025"/>
            <a:ext cx="2531100" cy="123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4" name="Google Shape;54;p6"/>
          <p:cNvSpPr txBox="1"/>
          <p:nvPr>
            <p:ph idx="2" type="subTitle"/>
          </p:nvPr>
        </p:nvSpPr>
        <p:spPr>
          <a:xfrm>
            <a:off x="3306477" y="2275025"/>
            <a:ext cx="2531100" cy="123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5" name="Google Shape;55;p6"/>
          <p:cNvSpPr txBox="1"/>
          <p:nvPr>
            <p:ph idx="3" type="subTitle"/>
          </p:nvPr>
        </p:nvSpPr>
        <p:spPr>
          <a:xfrm>
            <a:off x="5892953" y="2275026"/>
            <a:ext cx="2531100" cy="123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6" name="Google Shape;56;p6"/>
          <p:cNvSpPr txBox="1"/>
          <p:nvPr>
            <p:ph idx="4" type="subTitle"/>
          </p:nvPr>
        </p:nvSpPr>
        <p:spPr>
          <a:xfrm>
            <a:off x="720000" y="1450250"/>
            <a:ext cx="2531100" cy="80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7" name="Google Shape;57;p6"/>
          <p:cNvSpPr txBox="1"/>
          <p:nvPr>
            <p:ph idx="5" type="subTitle"/>
          </p:nvPr>
        </p:nvSpPr>
        <p:spPr>
          <a:xfrm>
            <a:off x="3306484" y="1450250"/>
            <a:ext cx="2531100" cy="80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8" name="Google Shape;58;p6"/>
          <p:cNvSpPr txBox="1"/>
          <p:nvPr>
            <p:ph idx="6" type="subTitle"/>
          </p:nvPr>
        </p:nvSpPr>
        <p:spPr>
          <a:xfrm>
            <a:off x="5892959" y="1450250"/>
            <a:ext cx="2531100" cy="80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9" name="Google Shape;59;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sp>
        <p:nvSpPr>
          <p:cNvPr id="61" name="Google Shape;61;p7"/>
          <p:cNvSpPr/>
          <p:nvPr/>
        </p:nvSpPr>
        <p:spPr>
          <a:xfrm>
            <a:off x="7776150" y="0"/>
            <a:ext cx="1368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2" name="Google Shape;62;p7"/>
          <p:cNvCxnSpPr/>
          <p:nvPr/>
        </p:nvCxnSpPr>
        <p:spPr>
          <a:xfrm>
            <a:off x="255619" y="-35700"/>
            <a:ext cx="0" cy="5214900"/>
          </a:xfrm>
          <a:prstGeom prst="straightConnector1">
            <a:avLst/>
          </a:prstGeom>
          <a:noFill/>
          <a:ln cap="flat" cmpd="sng" w="9525">
            <a:solidFill>
              <a:schemeClr val="lt2"/>
            </a:solidFill>
            <a:prstDash val="solid"/>
            <a:round/>
            <a:headEnd len="sm" w="sm" type="none"/>
            <a:tailEnd len="sm" w="sm" type="none"/>
          </a:ln>
        </p:spPr>
      </p:cxnSp>
      <p:sp>
        <p:nvSpPr>
          <p:cNvPr id="63" name="Google Shape;63;p7"/>
          <p:cNvSpPr txBox="1"/>
          <p:nvPr>
            <p:ph type="title"/>
          </p:nvPr>
        </p:nvSpPr>
        <p:spPr>
          <a:xfrm>
            <a:off x="720000" y="445025"/>
            <a:ext cx="6166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 name="Google Shape;64;p7"/>
          <p:cNvSpPr txBox="1"/>
          <p:nvPr>
            <p:ph idx="1" type="subTitle"/>
          </p:nvPr>
        </p:nvSpPr>
        <p:spPr>
          <a:xfrm>
            <a:off x="3873881" y="2193146"/>
            <a:ext cx="3000900" cy="175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5" name="Google Shape;65;p7"/>
          <p:cNvSpPr txBox="1"/>
          <p:nvPr>
            <p:ph idx="2" type="subTitle"/>
          </p:nvPr>
        </p:nvSpPr>
        <p:spPr>
          <a:xfrm>
            <a:off x="720000" y="2193152"/>
            <a:ext cx="3000900" cy="175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6" name="Google Shape;66;p7"/>
          <p:cNvSpPr txBox="1"/>
          <p:nvPr>
            <p:ph idx="3" type="subTitle"/>
          </p:nvPr>
        </p:nvSpPr>
        <p:spPr>
          <a:xfrm>
            <a:off x="720000" y="1340875"/>
            <a:ext cx="3000900" cy="83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7" name="Google Shape;67;p7"/>
          <p:cNvSpPr txBox="1"/>
          <p:nvPr>
            <p:ph idx="4" type="subTitle"/>
          </p:nvPr>
        </p:nvSpPr>
        <p:spPr>
          <a:xfrm>
            <a:off x="3873881" y="1340875"/>
            <a:ext cx="3000900" cy="83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grpSp>
        <p:nvGrpSpPr>
          <p:cNvPr id="68" name="Google Shape;68;p7"/>
          <p:cNvGrpSpPr/>
          <p:nvPr/>
        </p:nvGrpSpPr>
        <p:grpSpPr>
          <a:xfrm flipH="1">
            <a:off x="-18775" y="4604000"/>
            <a:ext cx="7429500" cy="0"/>
            <a:chOff x="2220050" y="1547100"/>
            <a:chExt cx="7429500" cy="0"/>
          </a:xfrm>
        </p:grpSpPr>
        <p:cxnSp>
          <p:nvCxnSpPr>
            <p:cNvPr id="69" name="Google Shape;69;p7"/>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70" name="Google Shape;70;p7"/>
            <p:cNvCxnSpPr/>
            <p:nvPr/>
          </p:nvCxnSpPr>
          <p:spPr>
            <a:xfrm>
              <a:off x="2684450" y="1547100"/>
              <a:ext cx="6965100" cy="0"/>
            </a:xfrm>
            <a:prstGeom prst="straightConnector1">
              <a:avLst/>
            </a:prstGeom>
            <a:noFill/>
            <a:ln cap="flat" cmpd="sng" w="9525">
              <a:solidFill>
                <a:schemeClr val="dk1"/>
              </a:solidFill>
              <a:prstDash val="solid"/>
              <a:round/>
              <a:headEnd len="sm" w="sm" type="none"/>
              <a:tailEnd len="sm" w="sm" type="none"/>
            </a:ln>
          </p:spPr>
        </p:cxnSp>
      </p:grpSp>
      <p:sp>
        <p:nvSpPr>
          <p:cNvPr id="71" name="Google Shape;71;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72" name="Shape 72"/>
        <p:cNvGrpSpPr/>
        <p:nvPr/>
      </p:nvGrpSpPr>
      <p:grpSpPr>
        <a:xfrm>
          <a:off x="0" y="0"/>
          <a:ext cx="0" cy="0"/>
          <a:chOff x="0" y="0"/>
          <a:chExt cx="0" cy="0"/>
        </a:xfrm>
      </p:grpSpPr>
      <p:sp>
        <p:nvSpPr>
          <p:cNvPr id="73" name="Google Shape;73;p8"/>
          <p:cNvSpPr txBox="1"/>
          <p:nvPr>
            <p:ph type="title"/>
          </p:nvPr>
        </p:nvSpPr>
        <p:spPr>
          <a:xfrm>
            <a:off x="713250" y="445025"/>
            <a:ext cx="4635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4" name="Google Shape;74;p8"/>
          <p:cNvSpPr txBox="1"/>
          <p:nvPr>
            <p:ph idx="1" type="body"/>
          </p:nvPr>
        </p:nvSpPr>
        <p:spPr>
          <a:xfrm>
            <a:off x="713250" y="1257575"/>
            <a:ext cx="7717500" cy="275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120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75" name="Google Shape;75;p8"/>
          <p:cNvSpPr/>
          <p:nvPr/>
        </p:nvSpPr>
        <p:spPr>
          <a:xfrm>
            <a:off x="0" y="0"/>
            <a:ext cx="590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8"/>
          <p:cNvCxnSpPr/>
          <p:nvPr/>
        </p:nvCxnSpPr>
        <p:spPr>
          <a:xfrm>
            <a:off x="873557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77" name="Google Shape;77;p8"/>
          <p:cNvGrpSpPr/>
          <p:nvPr/>
        </p:nvGrpSpPr>
        <p:grpSpPr>
          <a:xfrm>
            <a:off x="3886675" y="4976075"/>
            <a:ext cx="5341800" cy="0"/>
            <a:chOff x="2220050" y="1547100"/>
            <a:chExt cx="5341800" cy="0"/>
          </a:xfrm>
        </p:grpSpPr>
        <p:cxnSp>
          <p:nvCxnSpPr>
            <p:cNvPr id="78" name="Google Shape;78;p8"/>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79" name="Google Shape;79;p8"/>
            <p:cNvCxnSpPr/>
            <p:nvPr/>
          </p:nvCxnSpPr>
          <p:spPr>
            <a:xfrm>
              <a:off x="2684450" y="1547100"/>
              <a:ext cx="4877400" cy="0"/>
            </a:xfrm>
            <a:prstGeom prst="straightConnector1">
              <a:avLst/>
            </a:prstGeom>
            <a:noFill/>
            <a:ln cap="flat" cmpd="sng" w="9525">
              <a:solidFill>
                <a:schemeClr val="dk1"/>
              </a:solidFill>
              <a:prstDash val="solid"/>
              <a:round/>
              <a:headEnd len="sm" w="sm" type="none"/>
              <a:tailEnd len="sm" w="sm" type="none"/>
            </a:ln>
          </p:spPr>
        </p:cxnSp>
      </p:grpSp>
      <p:sp>
        <p:nvSpPr>
          <p:cNvPr id="80" name="Google Shape;80;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9"/>
          <p:cNvSpPr/>
          <p:nvPr/>
        </p:nvSpPr>
        <p:spPr>
          <a:xfrm>
            <a:off x="8430775" y="0"/>
            <a:ext cx="713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4" name="Google Shape;84;p9"/>
          <p:cNvCxnSpPr/>
          <p:nvPr/>
        </p:nvCxnSpPr>
        <p:spPr>
          <a:xfrm>
            <a:off x="3518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85" name="Google Shape;85;p9"/>
          <p:cNvGrpSpPr/>
          <p:nvPr/>
        </p:nvGrpSpPr>
        <p:grpSpPr>
          <a:xfrm flipH="1">
            <a:off x="-84700" y="4901150"/>
            <a:ext cx="7055100" cy="0"/>
            <a:chOff x="2220050" y="1547100"/>
            <a:chExt cx="7055100" cy="0"/>
          </a:xfrm>
        </p:grpSpPr>
        <p:cxnSp>
          <p:nvCxnSpPr>
            <p:cNvPr id="86" name="Google Shape;86;p9"/>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87" name="Google Shape;87;p9"/>
            <p:cNvCxnSpPr/>
            <p:nvPr/>
          </p:nvCxnSpPr>
          <p:spPr>
            <a:xfrm>
              <a:off x="2684450" y="1547100"/>
              <a:ext cx="6590700" cy="0"/>
            </a:xfrm>
            <a:prstGeom prst="straightConnector1">
              <a:avLst/>
            </a:prstGeom>
            <a:noFill/>
            <a:ln cap="flat" cmpd="sng" w="9525">
              <a:solidFill>
                <a:schemeClr val="dk1"/>
              </a:solidFill>
              <a:prstDash val="solid"/>
              <a:round/>
              <a:headEnd len="sm" w="sm" type="none"/>
              <a:tailEnd len="sm" w="sm" type="none"/>
            </a:ln>
          </p:spPr>
        </p:cxnSp>
      </p:grpSp>
      <p:sp>
        <p:nvSpPr>
          <p:cNvPr id="88" name="Google Shape;88;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9" name="Shape 89"/>
        <p:cNvGrpSpPr/>
        <p:nvPr/>
      </p:nvGrpSpPr>
      <p:grpSpPr>
        <a:xfrm>
          <a:off x="0" y="0"/>
          <a:ext cx="0" cy="0"/>
          <a:chOff x="0" y="0"/>
          <a:chExt cx="0" cy="0"/>
        </a:xfrm>
      </p:grpSpPr>
      <p:sp>
        <p:nvSpPr>
          <p:cNvPr id="90" name="Google Shape;90;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1" name="Google Shape;91;p10"/>
          <p:cNvSpPr txBox="1"/>
          <p:nvPr>
            <p:ph idx="1" type="subTitle"/>
          </p:nvPr>
        </p:nvSpPr>
        <p:spPr>
          <a:xfrm>
            <a:off x="712900" y="1710154"/>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2" name="Google Shape;92;p10"/>
          <p:cNvSpPr txBox="1"/>
          <p:nvPr>
            <p:ph idx="2" type="subTitle"/>
          </p:nvPr>
        </p:nvSpPr>
        <p:spPr>
          <a:xfrm>
            <a:off x="3262909" y="1710164"/>
            <a:ext cx="26178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3" name="Google Shape;93;p10"/>
          <p:cNvSpPr txBox="1"/>
          <p:nvPr>
            <p:ph idx="3" type="subTitle"/>
          </p:nvPr>
        </p:nvSpPr>
        <p:spPr>
          <a:xfrm>
            <a:off x="712900" y="3539851"/>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4" name="Google Shape;94;p10"/>
          <p:cNvSpPr txBox="1"/>
          <p:nvPr>
            <p:ph idx="4" type="subTitle"/>
          </p:nvPr>
        </p:nvSpPr>
        <p:spPr>
          <a:xfrm>
            <a:off x="3262918" y="3539853"/>
            <a:ext cx="26178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5" name="Google Shape;95;p10"/>
          <p:cNvSpPr txBox="1"/>
          <p:nvPr>
            <p:ph idx="5" type="subTitle"/>
          </p:nvPr>
        </p:nvSpPr>
        <p:spPr>
          <a:xfrm>
            <a:off x="5924954" y="1710160"/>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6" name="Google Shape;96;p10"/>
          <p:cNvSpPr txBox="1"/>
          <p:nvPr>
            <p:ph idx="6" type="subTitle"/>
          </p:nvPr>
        </p:nvSpPr>
        <p:spPr>
          <a:xfrm>
            <a:off x="5924973" y="3539851"/>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7" name="Google Shape;97;p10"/>
          <p:cNvSpPr txBox="1"/>
          <p:nvPr>
            <p:ph idx="7" type="subTitle"/>
          </p:nvPr>
        </p:nvSpPr>
        <p:spPr>
          <a:xfrm>
            <a:off x="712900" y="1208575"/>
            <a:ext cx="25059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98" name="Google Shape;98;p10"/>
          <p:cNvSpPr txBox="1"/>
          <p:nvPr>
            <p:ph idx="8" type="subTitle"/>
          </p:nvPr>
        </p:nvSpPr>
        <p:spPr>
          <a:xfrm>
            <a:off x="3262908" y="1208575"/>
            <a:ext cx="26154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99" name="Google Shape;99;p10"/>
          <p:cNvSpPr txBox="1"/>
          <p:nvPr>
            <p:ph idx="9" type="subTitle"/>
          </p:nvPr>
        </p:nvSpPr>
        <p:spPr>
          <a:xfrm>
            <a:off x="5924951" y="1208575"/>
            <a:ext cx="25035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00" name="Google Shape;100;p10"/>
          <p:cNvSpPr txBox="1"/>
          <p:nvPr>
            <p:ph idx="13" type="subTitle"/>
          </p:nvPr>
        </p:nvSpPr>
        <p:spPr>
          <a:xfrm>
            <a:off x="712900" y="3040861"/>
            <a:ext cx="25059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01" name="Google Shape;101;p10"/>
          <p:cNvSpPr txBox="1"/>
          <p:nvPr>
            <p:ph idx="14" type="subTitle"/>
          </p:nvPr>
        </p:nvSpPr>
        <p:spPr>
          <a:xfrm>
            <a:off x="3262908" y="3040858"/>
            <a:ext cx="26154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02" name="Google Shape;102;p10"/>
          <p:cNvSpPr txBox="1"/>
          <p:nvPr>
            <p:ph idx="15" type="subTitle"/>
          </p:nvPr>
        </p:nvSpPr>
        <p:spPr>
          <a:xfrm>
            <a:off x="5924951" y="3040853"/>
            <a:ext cx="25059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03" name="Google Shape;103;p10"/>
          <p:cNvSpPr/>
          <p:nvPr/>
        </p:nvSpPr>
        <p:spPr>
          <a:xfrm>
            <a:off x="8591250" y="0"/>
            <a:ext cx="5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4" name="Google Shape;104;p10"/>
          <p:cNvCxnSpPr/>
          <p:nvPr/>
        </p:nvCxnSpPr>
        <p:spPr>
          <a:xfrm>
            <a:off x="414894"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05" name="Google Shape;105;p10"/>
          <p:cNvGrpSpPr/>
          <p:nvPr/>
        </p:nvGrpSpPr>
        <p:grpSpPr>
          <a:xfrm flipH="1">
            <a:off x="-37375" y="4832600"/>
            <a:ext cx="6198300" cy="0"/>
            <a:chOff x="2220050" y="1547100"/>
            <a:chExt cx="6198300" cy="0"/>
          </a:xfrm>
        </p:grpSpPr>
        <p:cxnSp>
          <p:nvCxnSpPr>
            <p:cNvPr id="106" name="Google Shape;106;p10"/>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07" name="Google Shape;107;p10"/>
            <p:cNvCxnSpPr/>
            <p:nvPr/>
          </p:nvCxnSpPr>
          <p:spPr>
            <a:xfrm>
              <a:off x="2684450" y="1547100"/>
              <a:ext cx="5733900" cy="0"/>
            </a:xfrm>
            <a:prstGeom prst="straightConnector1">
              <a:avLst/>
            </a:prstGeom>
            <a:noFill/>
            <a:ln cap="flat" cmpd="sng" w="9525">
              <a:solidFill>
                <a:schemeClr val="dk1"/>
              </a:solidFill>
              <a:prstDash val="solid"/>
              <a:round/>
              <a:headEnd len="sm" w="sm" type="none"/>
              <a:tailEnd len="sm" w="sm" type="none"/>
            </a:ln>
          </p:spPr>
        </p:cxnSp>
      </p:grpSp>
      <p:sp>
        <p:nvSpPr>
          <p:cNvPr id="108" name="Google Shape;108;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1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 name="Google Shape;111;p11"/>
          <p:cNvSpPr txBox="1"/>
          <p:nvPr>
            <p:ph idx="1" type="body"/>
          </p:nvPr>
        </p:nvSpPr>
        <p:spPr>
          <a:xfrm>
            <a:off x="720000" y="1017725"/>
            <a:ext cx="7704000" cy="3586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2"/>
              </a:buClr>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112" name="Google Shape;112;p11"/>
          <p:cNvSpPr/>
          <p:nvPr/>
        </p:nvSpPr>
        <p:spPr>
          <a:xfrm>
            <a:off x="8844200" y="0"/>
            <a:ext cx="300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3" name="Google Shape;113;p11"/>
          <p:cNvCxnSpPr/>
          <p:nvPr/>
        </p:nvCxnSpPr>
        <p:spPr>
          <a:xfrm>
            <a:off x="208794"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14" name="Google Shape;114;p11"/>
          <p:cNvGrpSpPr/>
          <p:nvPr/>
        </p:nvGrpSpPr>
        <p:grpSpPr>
          <a:xfrm flipH="1">
            <a:off x="-56275" y="4604000"/>
            <a:ext cx="8175300" cy="0"/>
            <a:chOff x="2220050" y="1547100"/>
            <a:chExt cx="8175300" cy="0"/>
          </a:xfrm>
        </p:grpSpPr>
        <p:cxnSp>
          <p:nvCxnSpPr>
            <p:cNvPr id="115" name="Google Shape;115;p1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16" name="Google Shape;116;p11"/>
            <p:cNvCxnSpPr/>
            <p:nvPr/>
          </p:nvCxnSpPr>
          <p:spPr>
            <a:xfrm>
              <a:off x="2684450" y="1547100"/>
              <a:ext cx="7710900" cy="0"/>
            </a:xfrm>
            <a:prstGeom prst="straightConnector1">
              <a:avLst/>
            </a:prstGeom>
            <a:noFill/>
            <a:ln cap="flat" cmpd="sng" w="9525">
              <a:solidFill>
                <a:schemeClr val="dk1"/>
              </a:solidFill>
              <a:prstDash val="solid"/>
              <a:round/>
              <a:headEnd len="sm" w="sm" type="none"/>
              <a:tailEnd len="sm" w="sm" type="none"/>
            </a:ln>
          </p:spPr>
        </p:cxnSp>
      </p:grpSp>
      <p:sp>
        <p:nvSpPr>
          <p:cNvPr id="117" name="Google Shape;117;p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8" name="Shape 118"/>
        <p:cNvGrpSpPr/>
        <p:nvPr/>
      </p:nvGrpSpPr>
      <p:grpSpPr>
        <a:xfrm>
          <a:off x="0" y="0"/>
          <a:ext cx="0" cy="0"/>
          <a:chOff x="0" y="0"/>
          <a:chExt cx="0" cy="0"/>
        </a:xfrm>
      </p:grpSpPr>
      <p:sp>
        <p:nvSpPr>
          <p:cNvPr id="119" name="Google Shape;119;p12"/>
          <p:cNvSpPr txBox="1"/>
          <p:nvPr>
            <p:ph hasCustomPrompt="1" type="title"/>
          </p:nvPr>
        </p:nvSpPr>
        <p:spPr>
          <a:xfrm>
            <a:off x="3091725" y="1412738"/>
            <a:ext cx="5339100" cy="1089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20" name="Google Shape;120;p12"/>
          <p:cNvSpPr txBox="1"/>
          <p:nvPr>
            <p:ph idx="1" type="subTitle"/>
          </p:nvPr>
        </p:nvSpPr>
        <p:spPr>
          <a:xfrm>
            <a:off x="3091725" y="3233663"/>
            <a:ext cx="53391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121" name="Google Shape;121;p12"/>
          <p:cNvSpPr/>
          <p:nvPr/>
        </p:nvSpPr>
        <p:spPr>
          <a:xfrm>
            <a:off x="0" y="0"/>
            <a:ext cx="2660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2" name="Google Shape;122;p12"/>
          <p:cNvCxnSpPr/>
          <p:nvPr/>
        </p:nvCxnSpPr>
        <p:spPr>
          <a:xfrm>
            <a:off x="8820525" y="-35700"/>
            <a:ext cx="0" cy="5214900"/>
          </a:xfrm>
          <a:prstGeom prst="straightConnector1">
            <a:avLst/>
          </a:prstGeom>
          <a:noFill/>
          <a:ln cap="flat" cmpd="sng" w="9525">
            <a:solidFill>
              <a:schemeClr val="lt2"/>
            </a:solidFill>
            <a:prstDash val="solid"/>
            <a:round/>
            <a:headEnd len="sm" w="sm" type="none"/>
            <a:tailEnd len="sm" w="sm" type="none"/>
          </a:ln>
        </p:spPr>
      </p:cxnSp>
      <p:sp>
        <p:nvSpPr>
          <p:cNvPr id="123" name="Google Shape;123;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4" name="Shape 124"/>
        <p:cNvGrpSpPr/>
        <p:nvPr/>
      </p:nvGrpSpPr>
      <p:grpSpPr>
        <a:xfrm>
          <a:off x="0" y="0"/>
          <a:ext cx="0" cy="0"/>
          <a:chOff x="0" y="0"/>
          <a:chExt cx="0" cy="0"/>
        </a:xfrm>
      </p:grpSpPr>
      <p:sp>
        <p:nvSpPr>
          <p:cNvPr id="125" name="Google Shape;125;p13"/>
          <p:cNvSpPr/>
          <p:nvPr/>
        </p:nvSpPr>
        <p:spPr>
          <a:xfrm>
            <a:off x="0" y="0"/>
            <a:ext cx="40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cxnSp>
        <p:nvCxnSpPr>
          <p:cNvPr id="127" name="Google Shape;127;p13"/>
          <p:cNvCxnSpPr/>
          <p:nvPr/>
        </p:nvCxnSpPr>
        <p:spPr>
          <a:xfrm>
            <a:off x="8783850"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28" name="Google Shape;128;p13"/>
          <p:cNvGrpSpPr/>
          <p:nvPr/>
        </p:nvGrpSpPr>
        <p:grpSpPr>
          <a:xfrm>
            <a:off x="1501085" y="4854300"/>
            <a:ext cx="7698000" cy="0"/>
            <a:chOff x="2220050" y="1547100"/>
            <a:chExt cx="7698000" cy="0"/>
          </a:xfrm>
        </p:grpSpPr>
        <p:cxnSp>
          <p:nvCxnSpPr>
            <p:cNvPr id="129" name="Google Shape;129;p1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30" name="Google Shape;130;p13"/>
            <p:cNvCxnSpPr/>
            <p:nvPr/>
          </p:nvCxnSpPr>
          <p:spPr>
            <a:xfrm>
              <a:off x="2684450" y="1547100"/>
              <a:ext cx="7233600" cy="0"/>
            </a:xfrm>
            <a:prstGeom prst="straightConnector1">
              <a:avLst/>
            </a:prstGeom>
            <a:noFill/>
            <a:ln cap="flat" cmpd="sng" w="9525">
              <a:solidFill>
                <a:schemeClr val="dk1"/>
              </a:solidFill>
              <a:prstDash val="solid"/>
              <a:round/>
              <a:headEnd len="sm" w="sm" type="none"/>
              <a:tailEnd len="sm" w="sm" type="none"/>
            </a:ln>
          </p:spPr>
        </p:cxnSp>
      </p:grpSp>
      <p:sp>
        <p:nvSpPr>
          <p:cNvPr id="131" name="Google Shape;13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2" name="Shape 132"/>
        <p:cNvGrpSpPr/>
        <p:nvPr/>
      </p:nvGrpSpPr>
      <p:grpSpPr>
        <a:xfrm>
          <a:off x="0" y="0"/>
          <a:ext cx="0" cy="0"/>
          <a:chOff x="0" y="0"/>
          <a:chExt cx="0" cy="0"/>
        </a:xfrm>
      </p:grpSpPr>
      <p:sp>
        <p:nvSpPr>
          <p:cNvPr id="133" name="Google Shape;133;p14"/>
          <p:cNvSpPr txBox="1"/>
          <p:nvPr>
            <p:ph type="title"/>
          </p:nvPr>
        </p:nvSpPr>
        <p:spPr>
          <a:xfrm>
            <a:off x="3454075" y="13071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4" name="Google Shape;134;p14"/>
          <p:cNvSpPr/>
          <p:nvPr/>
        </p:nvSpPr>
        <p:spPr>
          <a:xfrm>
            <a:off x="0" y="0"/>
            <a:ext cx="2660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5" name="Google Shape;135;p14"/>
          <p:cNvCxnSpPr/>
          <p:nvPr/>
        </p:nvCxnSpPr>
        <p:spPr>
          <a:xfrm>
            <a:off x="843077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36" name="Google Shape;136;p14"/>
          <p:cNvGrpSpPr/>
          <p:nvPr/>
        </p:nvGrpSpPr>
        <p:grpSpPr>
          <a:xfrm>
            <a:off x="3230850" y="4760600"/>
            <a:ext cx="6025500" cy="0"/>
            <a:chOff x="2220050" y="1547100"/>
            <a:chExt cx="6025500" cy="0"/>
          </a:xfrm>
        </p:grpSpPr>
        <p:cxnSp>
          <p:nvCxnSpPr>
            <p:cNvPr id="137" name="Google Shape;137;p14"/>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38" name="Google Shape;138;p14"/>
            <p:cNvCxnSpPr/>
            <p:nvPr/>
          </p:nvCxnSpPr>
          <p:spPr>
            <a:xfrm>
              <a:off x="2684450" y="1547100"/>
              <a:ext cx="5561100" cy="0"/>
            </a:xfrm>
            <a:prstGeom prst="straightConnector1">
              <a:avLst/>
            </a:prstGeom>
            <a:noFill/>
            <a:ln cap="flat" cmpd="sng" w="9525">
              <a:solidFill>
                <a:schemeClr val="dk1"/>
              </a:solidFill>
              <a:prstDash val="solid"/>
              <a:round/>
              <a:headEnd len="sm" w="sm" type="none"/>
              <a:tailEnd len="sm" w="sm" type="none"/>
            </a:ln>
          </p:spPr>
        </p:cxnSp>
      </p:grpSp>
      <p:sp>
        <p:nvSpPr>
          <p:cNvPr id="139" name="Google Shape;139;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0" name="Shape 140"/>
        <p:cNvGrpSpPr/>
        <p:nvPr/>
      </p:nvGrpSpPr>
      <p:grpSpPr>
        <a:xfrm>
          <a:off x="0" y="0"/>
          <a:ext cx="0" cy="0"/>
          <a:chOff x="0" y="0"/>
          <a:chExt cx="0" cy="0"/>
        </a:xfrm>
      </p:grpSpPr>
      <p:sp>
        <p:nvSpPr>
          <p:cNvPr id="141" name="Google Shape;141;p15"/>
          <p:cNvSpPr/>
          <p:nvPr/>
        </p:nvSpPr>
        <p:spPr>
          <a:xfrm>
            <a:off x="5555725" y="0"/>
            <a:ext cx="3588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5"/>
          <p:cNvSpPr txBox="1"/>
          <p:nvPr>
            <p:ph type="title"/>
          </p:nvPr>
        </p:nvSpPr>
        <p:spPr>
          <a:xfrm>
            <a:off x="713225" y="1254000"/>
            <a:ext cx="41586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43" name="Google Shape;143;p15"/>
          <p:cNvSpPr txBox="1"/>
          <p:nvPr>
            <p:ph idx="1" type="subTitle"/>
          </p:nvPr>
        </p:nvSpPr>
        <p:spPr>
          <a:xfrm>
            <a:off x="713225" y="3218400"/>
            <a:ext cx="41586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cxnSp>
        <p:nvCxnSpPr>
          <p:cNvPr id="144" name="Google Shape;144;p15"/>
          <p:cNvCxnSpPr/>
          <p:nvPr/>
        </p:nvCxnSpPr>
        <p:spPr>
          <a:xfrm>
            <a:off x="517944"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45" name="Google Shape;145;p15"/>
          <p:cNvGrpSpPr/>
          <p:nvPr/>
        </p:nvGrpSpPr>
        <p:grpSpPr>
          <a:xfrm flipH="1">
            <a:off x="-93775" y="4604000"/>
            <a:ext cx="4197300" cy="0"/>
            <a:chOff x="2220050" y="1547100"/>
            <a:chExt cx="4197300" cy="0"/>
          </a:xfrm>
        </p:grpSpPr>
        <p:cxnSp>
          <p:nvCxnSpPr>
            <p:cNvPr id="146" name="Google Shape;146;p1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47" name="Google Shape;147;p15"/>
            <p:cNvCxnSpPr/>
            <p:nvPr/>
          </p:nvCxnSpPr>
          <p:spPr>
            <a:xfrm>
              <a:off x="2684450" y="1547100"/>
              <a:ext cx="3732900" cy="0"/>
            </a:xfrm>
            <a:prstGeom prst="straightConnector1">
              <a:avLst/>
            </a:prstGeom>
            <a:noFill/>
            <a:ln cap="flat" cmpd="sng" w="9525">
              <a:solidFill>
                <a:schemeClr val="dk1"/>
              </a:solidFill>
              <a:prstDash val="solid"/>
              <a:round/>
              <a:headEnd len="sm" w="sm" type="none"/>
              <a:tailEnd len="sm" w="sm" type="none"/>
            </a:ln>
          </p:spPr>
        </p:cxnSp>
      </p:grpSp>
      <p:sp>
        <p:nvSpPr>
          <p:cNvPr id="148" name="Google Shape;148;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9" name="Shape 149"/>
        <p:cNvGrpSpPr/>
        <p:nvPr/>
      </p:nvGrpSpPr>
      <p:grpSpPr>
        <a:xfrm>
          <a:off x="0" y="0"/>
          <a:ext cx="0" cy="0"/>
          <a:chOff x="0" y="0"/>
          <a:chExt cx="0" cy="0"/>
        </a:xfrm>
      </p:grpSpPr>
      <p:sp>
        <p:nvSpPr>
          <p:cNvPr id="150" name="Google Shape;150;p16"/>
          <p:cNvSpPr/>
          <p:nvPr>
            <p:ph idx="2" type="pic"/>
          </p:nvPr>
        </p:nvSpPr>
        <p:spPr>
          <a:xfrm>
            <a:off x="0" y="-14875"/>
            <a:ext cx="9144000" cy="5158500"/>
          </a:xfrm>
          <a:prstGeom prst="rect">
            <a:avLst/>
          </a:prstGeom>
          <a:noFill/>
          <a:ln>
            <a:noFill/>
          </a:ln>
        </p:spPr>
      </p:sp>
      <p:sp>
        <p:nvSpPr>
          <p:cNvPr id="151" name="Google Shape;151;p16"/>
          <p:cNvSpPr txBox="1"/>
          <p:nvPr>
            <p:ph type="title"/>
          </p:nvPr>
        </p:nvSpPr>
        <p:spPr>
          <a:xfrm>
            <a:off x="713225" y="3836875"/>
            <a:ext cx="3574200" cy="7503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b="0" sz="18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52" name="Google Shape;152;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53" name="Shape 153"/>
        <p:cNvGrpSpPr/>
        <p:nvPr/>
      </p:nvGrpSpPr>
      <p:grpSpPr>
        <a:xfrm>
          <a:off x="0" y="0"/>
          <a:ext cx="0" cy="0"/>
          <a:chOff x="0" y="0"/>
          <a:chExt cx="0" cy="0"/>
        </a:xfrm>
      </p:grpSpPr>
      <p:sp>
        <p:nvSpPr>
          <p:cNvPr id="154" name="Google Shape;154;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155" name="Shape 155"/>
        <p:cNvGrpSpPr/>
        <p:nvPr/>
      </p:nvGrpSpPr>
      <p:grpSpPr>
        <a:xfrm>
          <a:off x="0" y="0"/>
          <a:ext cx="0" cy="0"/>
          <a:chOff x="0" y="0"/>
          <a:chExt cx="0" cy="0"/>
        </a:xfrm>
      </p:grpSpPr>
      <p:sp>
        <p:nvSpPr>
          <p:cNvPr id="156" name="Google Shape;156;p18"/>
          <p:cNvSpPr/>
          <p:nvPr>
            <p:ph idx="2" type="pic"/>
          </p:nvPr>
        </p:nvSpPr>
        <p:spPr>
          <a:xfrm>
            <a:off x="1377525" y="0"/>
            <a:ext cx="3802500" cy="3033900"/>
          </a:xfrm>
          <a:prstGeom prst="rect">
            <a:avLst/>
          </a:prstGeom>
          <a:noFill/>
          <a:ln>
            <a:noFill/>
          </a:ln>
        </p:spPr>
      </p:sp>
      <p:sp>
        <p:nvSpPr>
          <p:cNvPr id="157" name="Google Shape;157;p18"/>
          <p:cNvSpPr/>
          <p:nvPr>
            <p:ph idx="3" type="pic"/>
          </p:nvPr>
        </p:nvSpPr>
        <p:spPr>
          <a:xfrm>
            <a:off x="5516825" y="-23825"/>
            <a:ext cx="3643800" cy="5167200"/>
          </a:xfrm>
          <a:prstGeom prst="rect">
            <a:avLst/>
          </a:prstGeom>
          <a:noFill/>
          <a:ln>
            <a:noFill/>
          </a:ln>
        </p:spPr>
      </p:sp>
      <p:sp>
        <p:nvSpPr>
          <p:cNvPr id="158" name="Google Shape;158;p18"/>
          <p:cNvSpPr/>
          <p:nvPr/>
        </p:nvSpPr>
        <p:spPr>
          <a:xfrm>
            <a:off x="0" y="0"/>
            <a:ext cx="1040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9" name="Google Shape;159;p18"/>
          <p:cNvCxnSpPr/>
          <p:nvPr/>
        </p:nvCxnSpPr>
        <p:spPr>
          <a:xfrm>
            <a:off x="8805525" y="-35700"/>
            <a:ext cx="0" cy="5214900"/>
          </a:xfrm>
          <a:prstGeom prst="straightConnector1">
            <a:avLst/>
          </a:prstGeom>
          <a:noFill/>
          <a:ln cap="flat" cmpd="sng" w="9525">
            <a:solidFill>
              <a:schemeClr val="lt2"/>
            </a:solidFill>
            <a:prstDash val="solid"/>
            <a:round/>
            <a:headEnd len="sm" w="sm" type="none"/>
            <a:tailEnd len="sm" w="sm" type="none"/>
          </a:ln>
        </p:spPr>
      </p:cxnSp>
      <p:sp>
        <p:nvSpPr>
          <p:cNvPr id="160" name="Google Shape;160;p18"/>
          <p:cNvSpPr txBox="1"/>
          <p:nvPr>
            <p:ph type="title"/>
          </p:nvPr>
        </p:nvSpPr>
        <p:spPr>
          <a:xfrm>
            <a:off x="1377513" y="3108350"/>
            <a:ext cx="3802500" cy="6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1" name="Google Shape;161;p18"/>
          <p:cNvSpPr txBox="1"/>
          <p:nvPr>
            <p:ph idx="1" type="subTitle"/>
          </p:nvPr>
        </p:nvSpPr>
        <p:spPr>
          <a:xfrm>
            <a:off x="1377513" y="3679400"/>
            <a:ext cx="3802500" cy="92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62" name="Google Shape;162;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63" name="Shape 163"/>
        <p:cNvGrpSpPr/>
        <p:nvPr/>
      </p:nvGrpSpPr>
      <p:grpSpPr>
        <a:xfrm>
          <a:off x="0" y="0"/>
          <a:ext cx="0" cy="0"/>
          <a:chOff x="0" y="0"/>
          <a:chExt cx="0" cy="0"/>
        </a:xfrm>
      </p:grpSpPr>
      <p:sp>
        <p:nvSpPr>
          <p:cNvPr id="164" name="Google Shape;164;p19"/>
          <p:cNvSpPr txBox="1"/>
          <p:nvPr>
            <p:ph type="title"/>
          </p:nvPr>
        </p:nvSpPr>
        <p:spPr>
          <a:xfrm>
            <a:off x="6071025" y="539500"/>
            <a:ext cx="2359800" cy="114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5" name="Google Shape;165;p19"/>
          <p:cNvSpPr txBox="1"/>
          <p:nvPr>
            <p:ph idx="1" type="subTitle"/>
          </p:nvPr>
        </p:nvSpPr>
        <p:spPr>
          <a:xfrm>
            <a:off x="6071025" y="1570750"/>
            <a:ext cx="2359800" cy="102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66" name="Google Shape;166;p19"/>
          <p:cNvSpPr/>
          <p:nvPr>
            <p:ph idx="2" type="pic"/>
          </p:nvPr>
        </p:nvSpPr>
        <p:spPr>
          <a:xfrm>
            <a:off x="0" y="0"/>
            <a:ext cx="3428100" cy="5143500"/>
          </a:xfrm>
          <a:prstGeom prst="rect">
            <a:avLst/>
          </a:prstGeom>
          <a:noFill/>
          <a:ln>
            <a:noFill/>
          </a:ln>
        </p:spPr>
      </p:sp>
      <p:sp>
        <p:nvSpPr>
          <p:cNvPr id="167" name="Google Shape;167;p19"/>
          <p:cNvSpPr/>
          <p:nvPr>
            <p:ph idx="3" type="pic"/>
          </p:nvPr>
        </p:nvSpPr>
        <p:spPr>
          <a:xfrm>
            <a:off x="3690500" y="3066625"/>
            <a:ext cx="4705500" cy="2076900"/>
          </a:xfrm>
          <a:prstGeom prst="rect">
            <a:avLst/>
          </a:prstGeom>
          <a:noFill/>
          <a:ln>
            <a:noFill/>
          </a:ln>
        </p:spPr>
      </p:sp>
      <p:sp>
        <p:nvSpPr>
          <p:cNvPr id="168" name="Google Shape;168;p19"/>
          <p:cNvSpPr/>
          <p:nvPr>
            <p:ph idx="4" type="pic"/>
          </p:nvPr>
        </p:nvSpPr>
        <p:spPr>
          <a:xfrm>
            <a:off x="3690375" y="0"/>
            <a:ext cx="2285700" cy="2826300"/>
          </a:xfrm>
          <a:prstGeom prst="rect">
            <a:avLst/>
          </a:prstGeom>
          <a:noFill/>
          <a:ln>
            <a:noFill/>
          </a:ln>
        </p:spPr>
      </p:sp>
      <p:sp>
        <p:nvSpPr>
          <p:cNvPr id="169" name="Google Shape;169;p19"/>
          <p:cNvSpPr/>
          <p:nvPr/>
        </p:nvSpPr>
        <p:spPr>
          <a:xfrm>
            <a:off x="8947250" y="0"/>
            <a:ext cx="196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0" name="Google Shape;170;p19"/>
          <p:cNvCxnSpPr/>
          <p:nvPr/>
        </p:nvCxnSpPr>
        <p:spPr>
          <a:xfrm>
            <a:off x="414894" y="-35700"/>
            <a:ext cx="0" cy="5214900"/>
          </a:xfrm>
          <a:prstGeom prst="straightConnector1">
            <a:avLst/>
          </a:prstGeom>
          <a:noFill/>
          <a:ln cap="flat" cmpd="sng" w="9525">
            <a:solidFill>
              <a:schemeClr val="lt2"/>
            </a:solidFill>
            <a:prstDash val="solid"/>
            <a:round/>
            <a:headEnd len="sm" w="sm" type="none"/>
            <a:tailEnd len="sm" w="sm" type="none"/>
          </a:ln>
        </p:spPr>
      </p:cxnSp>
      <p:sp>
        <p:nvSpPr>
          <p:cNvPr id="171" name="Google Shape;171;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_1_1">
    <p:spTree>
      <p:nvGrpSpPr>
        <p:cNvPr id="172" name="Shape 172"/>
        <p:cNvGrpSpPr/>
        <p:nvPr/>
      </p:nvGrpSpPr>
      <p:grpSpPr>
        <a:xfrm>
          <a:off x="0" y="0"/>
          <a:ext cx="0" cy="0"/>
          <a:chOff x="0" y="0"/>
          <a:chExt cx="0" cy="0"/>
        </a:xfrm>
      </p:grpSpPr>
      <p:sp>
        <p:nvSpPr>
          <p:cNvPr id="173" name="Google Shape;173;p20"/>
          <p:cNvSpPr txBox="1"/>
          <p:nvPr>
            <p:ph type="title"/>
          </p:nvPr>
        </p:nvSpPr>
        <p:spPr>
          <a:xfrm>
            <a:off x="713250" y="445025"/>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4" name="Google Shape;174;p20"/>
          <p:cNvSpPr txBox="1"/>
          <p:nvPr>
            <p:ph idx="1" type="body"/>
          </p:nvPr>
        </p:nvSpPr>
        <p:spPr>
          <a:xfrm>
            <a:off x="713250" y="1017725"/>
            <a:ext cx="7717500" cy="3783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120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175" name="Google Shape;175;p20"/>
          <p:cNvSpPr/>
          <p:nvPr/>
        </p:nvSpPr>
        <p:spPr>
          <a:xfrm>
            <a:off x="0" y="0"/>
            <a:ext cx="1875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6" name="Google Shape;176;p20"/>
          <p:cNvCxnSpPr/>
          <p:nvPr/>
        </p:nvCxnSpPr>
        <p:spPr>
          <a:xfrm>
            <a:off x="82671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77" name="Google Shape;177;p20"/>
          <p:cNvGrpSpPr/>
          <p:nvPr/>
        </p:nvGrpSpPr>
        <p:grpSpPr>
          <a:xfrm>
            <a:off x="448300" y="4854275"/>
            <a:ext cx="8817600" cy="0"/>
            <a:chOff x="2220050" y="1547100"/>
            <a:chExt cx="8817600" cy="0"/>
          </a:xfrm>
        </p:grpSpPr>
        <p:cxnSp>
          <p:nvCxnSpPr>
            <p:cNvPr id="178" name="Google Shape;178;p20"/>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79" name="Google Shape;179;p20"/>
            <p:cNvCxnSpPr/>
            <p:nvPr/>
          </p:nvCxnSpPr>
          <p:spPr>
            <a:xfrm>
              <a:off x="2684450" y="1547100"/>
              <a:ext cx="8353200" cy="0"/>
            </a:xfrm>
            <a:prstGeom prst="straightConnector1">
              <a:avLst/>
            </a:prstGeom>
            <a:noFill/>
            <a:ln cap="flat" cmpd="sng" w="9525">
              <a:solidFill>
                <a:schemeClr val="dk1"/>
              </a:solidFill>
              <a:prstDash val="solid"/>
              <a:round/>
              <a:headEnd len="sm" w="sm" type="none"/>
              <a:tailEnd len="sm" w="sm" type="none"/>
            </a:ln>
          </p:spPr>
        </p:cxnSp>
      </p:grpSp>
      <p:sp>
        <p:nvSpPr>
          <p:cNvPr id="180" name="Google Shape;180;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1" name="Shape 181"/>
        <p:cNvGrpSpPr/>
        <p:nvPr/>
      </p:nvGrpSpPr>
      <p:grpSpPr>
        <a:xfrm>
          <a:off x="0" y="0"/>
          <a:ext cx="0" cy="0"/>
          <a:chOff x="0" y="0"/>
          <a:chExt cx="0" cy="0"/>
        </a:xfrm>
      </p:grpSpPr>
      <p:sp>
        <p:nvSpPr>
          <p:cNvPr id="182" name="Google Shape;182;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3" name="Google Shape;183;p21"/>
          <p:cNvSpPr txBox="1"/>
          <p:nvPr>
            <p:ph idx="1" type="subTitle"/>
          </p:nvPr>
        </p:nvSpPr>
        <p:spPr>
          <a:xfrm>
            <a:off x="726701" y="1701834"/>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84" name="Google Shape;184;p21"/>
          <p:cNvSpPr txBox="1"/>
          <p:nvPr>
            <p:ph idx="2" type="subTitle"/>
          </p:nvPr>
        </p:nvSpPr>
        <p:spPr>
          <a:xfrm>
            <a:off x="4781130" y="1701834"/>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85" name="Google Shape;185;p21"/>
          <p:cNvSpPr txBox="1"/>
          <p:nvPr>
            <p:ph idx="3" type="subTitle"/>
          </p:nvPr>
        </p:nvSpPr>
        <p:spPr>
          <a:xfrm>
            <a:off x="726701" y="3390025"/>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86" name="Google Shape;186;p21"/>
          <p:cNvSpPr txBox="1"/>
          <p:nvPr>
            <p:ph idx="4" type="subTitle"/>
          </p:nvPr>
        </p:nvSpPr>
        <p:spPr>
          <a:xfrm>
            <a:off x="4781129" y="3390023"/>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87" name="Google Shape;187;p21"/>
          <p:cNvSpPr txBox="1"/>
          <p:nvPr>
            <p:ph idx="5" type="subTitle"/>
          </p:nvPr>
        </p:nvSpPr>
        <p:spPr>
          <a:xfrm>
            <a:off x="726700" y="1321075"/>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8" name="Google Shape;188;p21"/>
          <p:cNvSpPr txBox="1"/>
          <p:nvPr>
            <p:ph idx="6" type="subTitle"/>
          </p:nvPr>
        </p:nvSpPr>
        <p:spPr>
          <a:xfrm>
            <a:off x="726700" y="3009341"/>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9" name="Google Shape;189;p21"/>
          <p:cNvSpPr txBox="1"/>
          <p:nvPr>
            <p:ph idx="7" type="subTitle"/>
          </p:nvPr>
        </p:nvSpPr>
        <p:spPr>
          <a:xfrm>
            <a:off x="4781096" y="1321075"/>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0" name="Google Shape;190;p21"/>
          <p:cNvSpPr txBox="1"/>
          <p:nvPr>
            <p:ph idx="8" type="subTitle"/>
          </p:nvPr>
        </p:nvSpPr>
        <p:spPr>
          <a:xfrm>
            <a:off x="4781097" y="3009334"/>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1" name="Google Shape;191;p21"/>
          <p:cNvSpPr/>
          <p:nvPr/>
        </p:nvSpPr>
        <p:spPr>
          <a:xfrm>
            <a:off x="0" y="0"/>
            <a:ext cx="449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2" name="Google Shape;192;p21"/>
          <p:cNvCxnSpPr/>
          <p:nvPr/>
        </p:nvCxnSpPr>
        <p:spPr>
          <a:xfrm>
            <a:off x="85769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93" name="Google Shape;193;p21"/>
          <p:cNvGrpSpPr/>
          <p:nvPr/>
        </p:nvGrpSpPr>
        <p:grpSpPr>
          <a:xfrm>
            <a:off x="2819875" y="4823675"/>
            <a:ext cx="6333600" cy="0"/>
            <a:chOff x="2220050" y="1547100"/>
            <a:chExt cx="6333600" cy="0"/>
          </a:xfrm>
        </p:grpSpPr>
        <p:cxnSp>
          <p:nvCxnSpPr>
            <p:cNvPr id="194" name="Google Shape;194;p2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95" name="Google Shape;195;p21"/>
            <p:cNvCxnSpPr/>
            <p:nvPr/>
          </p:nvCxnSpPr>
          <p:spPr>
            <a:xfrm>
              <a:off x="2684450" y="1547100"/>
              <a:ext cx="5869200" cy="0"/>
            </a:xfrm>
            <a:prstGeom prst="straightConnector1">
              <a:avLst/>
            </a:prstGeom>
            <a:noFill/>
            <a:ln cap="flat" cmpd="sng" w="9525">
              <a:solidFill>
                <a:schemeClr val="dk1"/>
              </a:solidFill>
              <a:prstDash val="solid"/>
              <a:round/>
              <a:headEnd len="sm" w="sm" type="none"/>
              <a:tailEnd len="sm" w="sm" type="none"/>
            </a:ln>
          </p:spPr>
        </p:cxnSp>
      </p:grpSp>
      <p:sp>
        <p:nvSpPr>
          <p:cNvPr id="196" name="Google Shape;196;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97" name="Shape 197"/>
        <p:cNvGrpSpPr/>
        <p:nvPr/>
      </p:nvGrpSpPr>
      <p:grpSpPr>
        <a:xfrm>
          <a:off x="0" y="0"/>
          <a:ext cx="0" cy="0"/>
          <a:chOff x="0" y="0"/>
          <a:chExt cx="0" cy="0"/>
        </a:xfrm>
      </p:grpSpPr>
      <p:sp>
        <p:nvSpPr>
          <p:cNvPr id="198" name="Google Shape;198;p22"/>
          <p:cNvSpPr/>
          <p:nvPr/>
        </p:nvSpPr>
        <p:spPr>
          <a:xfrm>
            <a:off x="6341100" y="0"/>
            <a:ext cx="280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9" name="Google Shape;199;p22"/>
          <p:cNvCxnSpPr/>
          <p:nvPr/>
        </p:nvCxnSpPr>
        <p:spPr>
          <a:xfrm>
            <a:off x="517944" y="-35700"/>
            <a:ext cx="0" cy="5214900"/>
          </a:xfrm>
          <a:prstGeom prst="straightConnector1">
            <a:avLst/>
          </a:prstGeom>
          <a:noFill/>
          <a:ln cap="flat" cmpd="sng" w="9525">
            <a:solidFill>
              <a:schemeClr val="lt2"/>
            </a:solidFill>
            <a:prstDash val="solid"/>
            <a:round/>
            <a:headEnd len="sm" w="sm" type="none"/>
            <a:tailEnd len="sm" w="sm" type="none"/>
          </a:ln>
        </p:spPr>
      </p:cxnSp>
      <p:sp>
        <p:nvSpPr>
          <p:cNvPr id="200" name="Google Shape;200;p22"/>
          <p:cNvSpPr txBox="1"/>
          <p:nvPr>
            <p:ph type="title"/>
          </p:nvPr>
        </p:nvSpPr>
        <p:spPr>
          <a:xfrm>
            <a:off x="713263" y="539500"/>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72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01" name="Google Shape;201;p22"/>
          <p:cNvSpPr txBox="1"/>
          <p:nvPr>
            <p:ph idx="1" type="subTitle"/>
          </p:nvPr>
        </p:nvSpPr>
        <p:spPr>
          <a:xfrm>
            <a:off x="713225" y="1628575"/>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02" name="Google Shape;202;p22"/>
          <p:cNvSpPr txBox="1"/>
          <p:nvPr/>
        </p:nvSpPr>
        <p:spPr>
          <a:xfrm>
            <a:off x="713225" y="3528875"/>
            <a:ext cx="3765000" cy="66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Poppins"/>
                <a:ea typeface="Poppins"/>
                <a:cs typeface="Poppins"/>
                <a:sym typeface="Poppins"/>
              </a:rPr>
              <a:t>CREDITS:</a:t>
            </a:r>
            <a:r>
              <a:rPr b="0" i="0" lang="en" sz="1000" u="none" cap="none" strike="noStrike">
                <a:solidFill>
                  <a:schemeClr val="dk1"/>
                </a:solidFill>
                <a:latin typeface="Poppins"/>
                <a:ea typeface="Poppins"/>
                <a:cs typeface="Poppins"/>
                <a:sym typeface="Poppins"/>
              </a:rPr>
              <a:t> This presentation template was created by </a:t>
            </a:r>
            <a:r>
              <a:rPr b="1" i="0" lang="en" sz="1000" u="sng" cap="none" strike="noStrike">
                <a:solidFill>
                  <a:schemeClr val="hlink"/>
                </a:solidFill>
                <a:latin typeface="Poppins"/>
                <a:ea typeface="Poppins"/>
                <a:cs typeface="Poppins"/>
                <a:sym typeface="Poppins"/>
                <a:hlinkClick r:id="rId2"/>
              </a:rPr>
              <a:t>Slidesgo</a:t>
            </a:r>
            <a:r>
              <a:rPr b="0" i="0" lang="en" sz="1000" u="none" cap="none" strike="noStrike">
                <a:solidFill>
                  <a:schemeClr val="dk1"/>
                </a:solidFill>
                <a:latin typeface="Poppins"/>
                <a:ea typeface="Poppins"/>
                <a:cs typeface="Poppins"/>
                <a:sym typeface="Poppins"/>
              </a:rPr>
              <a:t>, and includes icons by </a:t>
            </a:r>
            <a:r>
              <a:rPr b="1" i="0" lang="en" sz="1000" u="sng" cap="none" strike="noStrike">
                <a:solidFill>
                  <a:schemeClr val="hlink"/>
                </a:solidFill>
                <a:latin typeface="Poppins"/>
                <a:ea typeface="Poppins"/>
                <a:cs typeface="Poppins"/>
                <a:sym typeface="Poppins"/>
                <a:hlinkClick r:id="rId3"/>
              </a:rPr>
              <a:t>Flaticon</a:t>
            </a:r>
            <a:r>
              <a:rPr b="0" i="0" lang="en" sz="1000" u="none" cap="none" strike="noStrike">
                <a:solidFill>
                  <a:schemeClr val="dk1"/>
                </a:solidFill>
                <a:latin typeface="Poppins"/>
                <a:ea typeface="Poppins"/>
                <a:cs typeface="Poppins"/>
                <a:sym typeface="Poppins"/>
              </a:rPr>
              <a:t>, and infographics &amp; images by </a:t>
            </a:r>
            <a:r>
              <a:rPr b="1" i="0" lang="en" sz="1000" u="sng" cap="none" strike="noStrike">
                <a:solidFill>
                  <a:schemeClr val="hlink"/>
                </a:solidFill>
                <a:latin typeface="Poppins"/>
                <a:ea typeface="Poppins"/>
                <a:cs typeface="Poppins"/>
                <a:sym typeface="Poppins"/>
                <a:hlinkClick r:id="rId4"/>
              </a:rPr>
              <a:t>Freepik</a:t>
            </a:r>
            <a:r>
              <a:rPr b="0" i="0" lang="en" sz="1000" u="sng" cap="none" strike="noStrike">
                <a:solidFill>
                  <a:schemeClr val="dk1"/>
                </a:solidFill>
                <a:latin typeface="Poppins"/>
                <a:ea typeface="Poppins"/>
                <a:cs typeface="Poppins"/>
                <a:sym typeface="Poppins"/>
              </a:rPr>
              <a:t> </a:t>
            </a:r>
            <a:endParaRPr b="1" i="0" sz="1000" u="sng" cap="none" strike="noStrike">
              <a:solidFill>
                <a:schemeClr val="dk1"/>
              </a:solidFill>
              <a:latin typeface="Poppins"/>
              <a:ea typeface="Poppins"/>
              <a:cs typeface="Poppins"/>
              <a:sym typeface="Poppins"/>
            </a:endParaRPr>
          </a:p>
        </p:txBody>
      </p:sp>
      <p:sp>
        <p:nvSpPr>
          <p:cNvPr id="203" name="Google Shape;203;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4" name="Shape 204"/>
        <p:cNvGrpSpPr/>
        <p:nvPr/>
      </p:nvGrpSpPr>
      <p:grpSpPr>
        <a:xfrm>
          <a:off x="0" y="0"/>
          <a:ext cx="0" cy="0"/>
          <a:chOff x="0" y="0"/>
          <a:chExt cx="0" cy="0"/>
        </a:xfrm>
      </p:grpSpPr>
      <p:sp>
        <p:nvSpPr>
          <p:cNvPr id="205" name="Google Shape;205;p23"/>
          <p:cNvSpPr/>
          <p:nvPr/>
        </p:nvSpPr>
        <p:spPr>
          <a:xfrm>
            <a:off x="6501975" y="0"/>
            <a:ext cx="26421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6" name="Google Shape;206;p23"/>
          <p:cNvCxnSpPr/>
          <p:nvPr/>
        </p:nvCxnSpPr>
        <p:spPr>
          <a:xfrm>
            <a:off x="4792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07" name="Google Shape;207;p23"/>
          <p:cNvGrpSpPr/>
          <p:nvPr/>
        </p:nvGrpSpPr>
        <p:grpSpPr>
          <a:xfrm flipH="1">
            <a:off x="-131100" y="313050"/>
            <a:ext cx="6464400" cy="0"/>
            <a:chOff x="2220050" y="1547100"/>
            <a:chExt cx="6464400" cy="0"/>
          </a:xfrm>
        </p:grpSpPr>
        <p:cxnSp>
          <p:nvCxnSpPr>
            <p:cNvPr id="208" name="Google Shape;208;p2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09" name="Google Shape;209;p23"/>
            <p:cNvCxnSpPr/>
            <p:nvPr/>
          </p:nvCxnSpPr>
          <p:spPr>
            <a:xfrm>
              <a:off x="2684450" y="1547100"/>
              <a:ext cx="6000000" cy="0"/>
            </a:xfrm>
            <a:prstGeom prst="straightConnector1">
              <a:avLst/>
            </a:prstGeom>
            <a:noFill/>
            <a:ln cap="flat" cmpd="sng" w="9525">
              <a:solidFill>
                <a:schemeClr val="dk1"/>
              </a:solidFill>
              <a:prstDash val="solid"/>
              <a:round/>
              <a:headEnd len="sm" w="sm" type="none"/>
              <a:tailEnd len="sm" w="sm" type="none"/>
            </a:ln>
          </p:spPr>
        </p:cxnSp>
      </p:grpSp>
      <p:sp>
        <p:nvSpPr>
          <p:cNvPr id="210" name="Google Shape;210;p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11" name="Shape 211"/>
        <p:cNvGrpSpPr/>
        <p:nvPr/>
      </p:nvGrpSpPr>
      <p:grpSpPr>
        <a:xfrm>
          <a:off x="0" y="0"/>
          <a:ext cx="0" cy="0"/>
          <a:chOff x="0" y="0"/>
          <a:chExt cx="0" cy="0"/>
        </a:xfrm>
      </p:grpSpPr>
      <p:sp>
        <p:nvSpPr>
          <p:cNvPr id="212" name="Google Shape;212;p24"/>
          <p:cNvSpPr/>
          <p:nvPr/>
        </p:nvSpPr>
        <p:spPr>
          <a:xfrm flipH="1">
            <a:off x="-18775" y="-35700"/>
            <a:ext cx="1368000" cy="51792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3" name="Google Shape;213;p24"/>
          <p:cNvCxnSpPr/>
          <p:nvPr/>
        </p:nvCxnSpPr>
        <p:spPr>
          <a:xfrm>
            <a:off x="8430781"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14" name="Google Shape;214;p24"/>
          <p:cNvGrpSpPr/>
          <p:nvPr/>
        </p:nvGrpSpPr>
        <p:grpSpPr>
          <a:xfrm>
            <a:off x="1798975" y="266225"/>
            <a:ext cx="7429500" cy="0"/>
            <a:chOff x="2220050" y="1547100"/>
            <a:chExt cx="7429500" cy="0"/>
          </a:xfrm>
        </p:grpSpPr>
        <p:cxnSp>
          <p:nvCxnSpPr>
            <p:cNvPr id="215" name="Google Shape;215;p24"/>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16" name="Google Shape;216;p24"/>
            <p:cNvCxnSpPr/>
            <p:nvPr/>
          </p:nvCxnSpPr>
          <p:spPr>
            <a:xfrm>
              <a:off x="2684450" y="1547100"/>
              <a:ext cx="6965100" cy="0"/>
            </a:xfrm>
            <a:prstGeom prst="straightConnector1">
              <a:avLst/>
            </a:prstGeom>
            <a:noFill/>
            <a:ln cap="flat" cmpd="sng" w="9525">
              <a:solidFill>
                <a:schemeClr val="dk1"/>
              </a:solidFill>
              <a:prstDash val="solid"/>
              <a:round/>
              <a:headEnd len="sm" w="sm" type="none"/>
              <a:tailEnd len="sm" w="sm" type="none"/>
            </a:ln>
          </p:spPr>
        </p:cxnSp>
      </p:grpSp>
      <p:sp>
        <p:nvSpPr>
          <p:cNvPr id="217" name="Google Shape;217;p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12">
    <p:spTree>
      <p:nvGrpSpPr>
        <p:cNvPr id="218" name="Shape 218"/>
        <p:cNvGrpSpPr/>
        <p:nvPr/>
      </p:nvGrpSpPr>
      <p:grpSpPr>
        <a:xfrm>
          <a:off x="0" y="0"/>
          <a:ext cx="0" cy="0"/>
          <a:chOff x="0" y="0"/>
          <a:chExt cx="0" cy="0"/>
        </a:xfrm>
      </p:grpSpPr>
      <p:sp>
        <p:nvSpPr>
          <p:cNvPr id="219" name="Google Shape;219;p25"/>
          <p:cNvSpPr txBox="1"/>
          <p:nvPr>
            <p:ph idx="1" type="subTitle"/>
          </p:nvPr>
        </p:nvSpPr>
        <p:spPr>
          <a:xfrm>
            <a:off x="711900" y="1476000"/>
            <a:ext cx="2261700" cy="40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1">
                <a:solidFill>
                  <a:schemeClr val="accent1"/>
                </a:solidFill>
              </a:defRPr>
            </a:lvl1pPr>
            <a:lvl2pPr lvl="1" algn="l">
              <a:lnSpc>
                <a:spcPct val="100000"/>
              </a:lnSpc>
              <a:spcBef>
                <a:spcPts val="1600"/>
              </a:spcBef>
              <a:spcAft>
                <a:spcPts val="0"/>
              </a:spcAft>
              <a:buSzPts val="1200"/>
              <a:buNone/>
              <a:defRPr b="1">
                <a:solidFill>
                  <a:schemeClr val="accent1"/>
                </a:solidFill>
              </a:defRPr>
            </a:lvl2pPr>
            <a:lvl3pPr lvl="2" algn="l">
              <a:lnSpc>
                <a:spcPct val="100000"/>
              </a:lnSpc>
              <a:spcBef>
                <a:spcPts val="1600"/>
              </a:spcBef>
              <a:spcAft>
                <a:spcPts val="0"/>
              </a:spcAft>
              <a:buSzPts val="1200"/>
              <a:buNone/>
              <a:defRPr b="1">
                <a:solidFill>
                  <a:schemeClr val="accent1"/>
                </a:solidFill>
              </a:defRPr>
            </a:lvl3pPr>
            <a:lvl4pPr lvl="3" algn="l">
              <a:lnSpc>
                <a:spcPct val="100000"/>
              </a:lnSpc>
              <a:spcBef>
                <a:spcPts val="1600"/>
              </a:spcBef>
              <a:spcAft>
                <a:spcPts val="0"/>
              </a:spcAft>
              <a:buSzPts val="1200"/>
              <a:buNone/>
              <a:defRPr b="1">
                <a:solidFill>
                  <a:schemeClr val="accent1"/>
                </a:solidFill>
              </a:defRPr>
            </a:lvl4pPr>
            <a:lvl5pPr lvl="4" algn="l">
              <a:lnSpc>
                <a:spcPct val="100000"/>
              </a:lnSpc>
              <a:spcBef>
                <a:spcPts val="1600"/>
              </a:spcBef>
              <a:spcAft>
                <a:spcPts val="0"/>
              </a:spcAft>
              <a:buSzPts val="1200"/>
              <a:buNone/>
              <a:defRPr b="1">
                <a:solidFill>
                  <a:schemeClr val="accent1"/>
                </a:solidFill>
              </a:defRPr>
            </a:lvl5pPr>
            <a:lvl6pPr lvl="5" algn="l">
              <a:lnSpc>
                <a:spcPct val="100000"/>
              </a:lnSpc>
              <a:spcBef>
                <a:spcPts val="1600"/>
              </a:spcBef>
              <a:spcAft>
                <a:spcPts val="0"/>
              </a:spcAft>
              <a:buSzPts val="1200"/>
              <a:buNone/>
              <a:defRPr b="1">
                <a:solidFill>
                  <a:schemeClr val="accent1"/>
                </a:solidFill>
              </a:defRPr>
            </a:lvl6pPr>
            <a:lvl7pPr lvl="6" algn="l">
              <a:lnSpc>
                <a:spcPct val="100000"/>
              </a:lnSpc>
              <a:spcBef>
                <a:spcPts val="1600"/>
              </a:spcBef>
              <a:spcAft>
                <a:spcPts val="0"/>
              </a:spcAft>
              <a:buSzPts val="1200"/>
              <a:buNone/>
              <a:defRPr b="1">
                <a:solidFill>
                  <a:schemeClr val="accent1"/>
                </a:solidFill>
              </a:defRPr>
            </a:lvl7pPr>
            <a:lvl8pPr lvl="7" algn="l">
              <a:lnSpc>
                <a:spcPct val="100000"/>
              </a:lnSpc>
              <a:spcBef>
                <a:spcPts val="1600"/>
              </a:spcBef>
              <a:spcAft>
                <a:spcPts val="0"/>
              </a:spcAft>
              <a:buSzPts val="1200"/>
              <a:buNone/>
              <a:defRPr b="1">
                <a:solidFill>
                  <a:schemeClr val="accent1"/>
                </a:solidFill>
              </a:defRPr>
            </a:lvl8pPr>
            <a:lvl9pPr lvl="8" algn="l">
              <a:lnSpc>
                <a:spcPct val="100000"/>
              </a:lnSpc>
              <a:spcBef>
                <a:spcPts val="1600"/>
              </a:spcBef>
              <a:spcAft>
                <a:spcPts val="1600"/>
              </a:spcAft>
              <a:buSzPts val="1200"/>
              <a:buNone/>
              <a:defRPr b="1">
                <a:solidFill>
                  <a:schemeClr val="accent1"/>
                </a:solidFill>
              </a:defRPr>
            </a:lvl9pPr>
          </a:lstStyle>
          <a:p/>
        </p:txBody>
      </p:sp>
      <p:sp>
        <p:nvSpPr>
          <p:cNvPr id="220" name="Google Shape;220;p25"/>
          <p:cNvSpPr txBox="1"/>
          <p:nvPr>
            <p:ph idx="2" type="subTitle"/>
          </p:nvPr>
        </p:nvSpPr>
        <p:spPr>
          <a:xfrm>
            <a:off x="711900" y="1851450"/>
            <a:ext cx="2261700" cy="72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solidFill>
                  <a:schemeClr val="dk1"/>
                </a:solidFill>
              </a:defRPr>
            </a:lvl1pPr>
            <a:lvl2pPr lvl="1" algn="l">
              <a:lnSpc>
                <a:spcPct val="100000"/>
              </a:lnSpc>
              <a:spcBef>
                <a:spcPts val="1600"/>
              </a:spcBef>
              <a:spcAft>
                <a:spcPts val="0"/>
              </a:spcAft>
              <a:buSzPts val="1200"/>
              <a:buNone/>
              <a:defRPr sz="1400">
                <a:solidFill>
                  <a:schemeClr val="dk1"/>
                </a:solidFill>
              </a:defRPr>
            </a:lvl2pPr>
            <a:lvl3pPr lvl="2" algn="l">
              <a:lnSpc>
                <a:spcPct val="100000"/>
              </a:lnSpc>
              <a:spcBef>
                <a:spcPts val="1600"/>
              </a:spcBef>
              <a:spcAft>
                <a:spcPts val="0"/>
              </a:spcAft>
              <a:buSzPts val="1200"/>
              <a:buNone/>
              <a:defRPr sz="1400">
                <a:solidFill>
                  <a:schemeClr val="dk1"/>
                </a:solidFill>
              </a:defRPr>
            </a:lvl3pPr>
            <a:lvl4pPr lvl="3" algn="l">
              <a:lnSpc>
                <a:spcPct val="100000"/>
              </a:lnSpc>
              <a:spcBef>
                <a:spcPts val="1600"/>
              </a:spcBef>
              <a:spcAft>
                <a:spcPts val="0"/>
              </a:spcAft>
              <a:buSzPts val="1200"/>
              <a:buNone/>
              <a:defRPr sz="1400">
                <a:solidFill>
                  <a:schemeClr val="dk1"/>
                </a:solidFill>
              </a:defRPr>
            </a:lvl4pPr>
            <a:lvl5pPr lvl="4" algn="l">
              <a:lnSpc>
                <a:spcPct val="100000"/>
              </a:lnSpc>
              <a:spcBef>
                <a:spcPts val="1600"/>
              </a:spcBef>
              <a:spcAft>
                <a:spcPts val="0"/>
              </a:spcAft>
              <a:buSzPts val="1200"/>
              <a:buNone/>
              <a:defRPr sz="1400">
                <a:solidFill>
                  <a:schemeClr val="dk1"/>
                </a:solidFill>
              </a:defRPr>
            </a:lvl5pPr>
            <a:lvl6pPr lvl="5" algn="l">
              <a:lnSpc>
                <a:spcPct val="100000"/>
              </a:lnSpc>
              <a:spcBef>
                <a:spcPts val="1600"/>
              </a:spcBef>
              <a:spcAft>
                <a:spcPts val="0"/>
              </a:spcAft>
              <a:buSzPts val="1200"/>
              <a:buNone/>
              <a:defRPr sz="1400">
                <a:solidFill>
                  <a:schemeClr val="dk1"/>
                </a:solidFill>
              </a:defRPr>
            </a:lvl6pPr>
            <a:lvl7pPr lvl="6" algn="l">
              <a:lnSpc>
                <a:spcPct val="100000"/>
              </a:lnSpc>
              <a:spcBef>
                <a:spcPts val="1600"/>
              </a:spcBef>
              <a:spcAft>
                <a:spcPts val="0"/>
              </a:spcAft>
              <a:buSzPts val="1200"/>
              <a:buNone/>
              <a:defRPr sz="1400">
                <a:solidFill>
                  <a:schemeClr val="dk1"/>
                </a:solidFill>
              </a:defRPr>
            </a:lvl7pPr>
            <a:lvl8pPr lvl="7" algn="l">
              <a:lnSpc>
                <a:spcPct val="100000"/>
              </a:lnSpc>
              <a:spcBef>
                <a:spcPts val="1600"/>
              </a:spcBef>
              <a:spcAft>
                <a:spcPts val="0"/>
              </a:spcAft>
              <a:buSzPts val="1200"/>
              <a:buNone/>
              <a:defRPr sz="1400">
                <a:solidFill>
                  <a:schemeClr val="dk1"/>
                </a:solidFill>
              </a:defRPr>
            </a:lvl8pPr>
            <a:lvl9pPr lvl="8" algn="l">
              <a:lnSpc>
                <a:spcPct val="100000"/>
              </a:lnSpc>
              <a:spcBef>
                <a:spcPts val="1600"/>
              </a:spcBef>
              <a:spcAft>
                <a:spcPts val="1600"/>
              </a:spcAft>
              <a:buSzPts val="1200"/>
              <a:buNone/>
              <a:defRPr sz="1400">
                <a:solidFill>
                  <a:schemeClr val="dk1"/>
                </a:solidFill>
              </a:defRPr>
            </a:lvl9pPr>
          </a:lstStyle>
          <a:p/>
        </p:txBody>
      </p:sp>
      <p:sp>
        <p:nvSpPr>
          <p:cNvPr id="221" name="Google Shape;221;p25"/>
          <p:cNvSpPr txBox="1"/>
          <p:nvPr>
            <p:ph idx="3" type="subTitle"/>
          </p:nvPr>
        </p:nvSpPr>
        <p:spPr>
          <a:xfrm>
            <a:off x="2983950" y="1476000"/>
            <a:ext cx="2261700" cy="40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1">
                <a:solidFill>
                  <a:schemeClr val="accent1"/>
                </a:solidFill>
              </a:defRPr>
            </a:lvl1pPr>
            <a:lvl2pPr lvl="1" algn="l">
              <a:lnSpc>
                <a:spcPct val="100000"/>
              </a:lnSpc>
              <a:spcBef>
                <a:spcPts val="1600"/>
              </a:spcBef>
              <a:spcAft>
                <a:spcPts val="0"/>
              </a:spcAft>
              <a:buSzPts val="1200"/>
              <a:buNone/>
              <a:defRPr b="1">
                <a:solidFill>
                  <a:schemeClr val="accent1"/>
                </a:solidFill>
              </a:defRPr>
            </a:lvl2pPr>
            <a:lvl3pPr lvl="2" algn="l">
              <a:lnSpc>
                <a:spcPct val="100000"/>
              </a:lnSpc>
              <a:spcBef>
                <a:spcPts val="1600"/>
              </a:spcBef>
              <a:spcAft>
                <a:spcPts val="0"/>
              </a:spcAft>
              <a:buSzPts val="1200"/>
              <a:buNone/>
              <a:defRPr b="1">
                <a:solidFill>
                  <a:schemeClr val="accent1"/>
                </a:solidFill>
              </a:defRPr>
            </a:lvl3pPr>
            <a:lvl4pPr lvl="3" algn="l">
              <a:lnSpc>
                <a:spcPct val="100000"/>
              </a:lnSpc>
              <a:spcBef>
                <a:spcPts val="1600"/>
              </a:spcBef>
              <a:spcAft>
                <a:spcPts val="0"/>
              </a:spcAft>
              <a:buSzPts val="1200"/>
              <a:buNone/>
              <a:defRPr b="1">
                <a:solidFill>
                  <a:schemeClr val="accent1"/>
                </a:solidFill>
              </a:defRPr>
            </a:lvl4pPr>
            <a:lvl5pPr lvl="4" algn="l">
              <a:lnSpc>
                <a:spcPct val="100000"/>
              </a:lnSpc>
              <a:spcBef>
                <a:spcPts val="1600"/>
              </a:spcBef>
              <a:spcAft>
                <a:spcPts val="0"/>
              </a:spcAft>
              <a:buSzPts val="1200"/>
              <a:buNone/>
              <a:defRPr b="1">
                <a:solidFill>
                  <a:schemeClr val="accent1"/>
                </a:solidFill>
              </a:defRPr>
            </a:lvl5pPr>
            <a:lvl6pPr lvl="5" algn="l">
              <a:lnSpc>
                <a:spcPct val="100000"/>
              </a:lnSpc>
              <a:spcBef>
                <a:spcPts val="1600"/>
              </a:spcBef>
              <a:spcAft>
                <a:spcPts val="0"/>
              </a:spcAft>
              <a:buSzPts val="1200"/>
              <a:buNone/>
              <a:defRPr b="1">
                <a:solidFill>
                  <a:schemeClr val="accent1"/>
                </a:solidFill>
              </a:defRPr>
            </a:lvl6pPr>
            <a:lvl7pPr lvl="6" algn="l">
              <a:lnSpc>
                <a:spcPct val="100000"/>
              </a:lnSpc>
              <a:spcBef>
                <a:spcPts val="1600"/>
              </a:spcBef>
              <a:spcAft>
                <a:spcPts val="0"/>
              </a:spcAft>
              <a:buSzPts val="1200"/>
              <a:buNone/>
              <a:defRPr b="1">
                <a:solidFill>
                  <a:schemeClr val="accent1"/>
                </a:solidFill>
              </a:defRPr>
            </a:lvl7pPr>
            <a:lvl8pPr lvl="7" algn="l">
              <a:lnSpc>
                <a:spcPct val="100000"/>
              </a:lnSpc>
              <a:spcBef>
                <a:spcPts val="1600"/>
              </a:spcBef>
              <a:spcAft>
                <a:spcPts val="0"/>
              </a:spcAft>
              <a:buSzPts val="1200"/>
              <a:buNone/>
              <a:defRPr b="1">
                <a:solidFill>
                  <a:schemeClr val="accent1"/>
                </a:solidFill>
              </a:defRPr>
            </a:lvl8pPr>
            <a:lvl9pPr lvl="8" algn="l">
              <a:lnSpc>
                <a:spcPct val="100000"/>
              </a:lnSpc>
              <a:spcBef>
                <a:spcPts val="1600"/>
              </a:spcBef>
              <a:spcAft>
                <a:spcPts val="1600"/>
              </a:spcAft>
              <a:buSzPts val="1200"/>
              <a:buNone/>
              <a:defRPr b="1">
                <a:solidFill>
                  <a:schemeClr val="accent1"/>
                </a:solidFill>
              </a:defRPr>
            </a:lvl9pPr>
          </a:lstStyle>
          <a:p/>
        </p:txBody>
      </p:sp>
      <p:sp>
        <p:nvSpPr>
          <p:cNvPr id="222" name="Google Shape;222;p25"/>
          <p:cNvSpPr txBox="1"/>
          <p:nvPr>
            <p:ph idx="4" type="subTitle"/>
          </p:nvPr>
        </p:nvSpPr>
        <p:spPr>
          <a:xfrm>
            <a:off x="2983950" y="1851450"/>
            <a:ext cx="2261700" cy="72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solidFill>
                  <a:schemeClr val="dk1"/>
                </a:solidFill>
              </a:defRPr>
            </a:lvl1pPr>
            <a:lvl2pPr lvl="1" algn="l">
              <a:lnSpc>
                <a:spcPct val="100000"/>
              </a:lnSpc>
              <a:spcBef>
                <a:spcPts val="0"/>
              </a:spcBef>
              <a:spcAft>
                <a:spcPts val="0"/>
              </a:spcAft>
              <a:buSzPts val="1200"/>
              <a:buNone/>
              <a:defRPr sz="1400">
                <a:solidFill>
                  <a:schemeClr val="dk1"/>
                </a:solidFill>
              </a:defRPr>
            </a:lvl2pPr>
            <a:lvl3pPr lvl="2" algn="l">
              <a:lnSpc>
                <a:spcPct val="100000"/>
              </a:lnSpc>
              <a:spcBef>
                <a:spcPts val="0"/>
              </a:spcBef>
              <a:spcAft>
                <a:spcPts val="0"/>
              </a:spcAft>
              <a:buSzPts val="1200"/>
              <a:buNone/>
              <a:defRPr sz="1400">
                <a:solidFill>
                  <a:schemeClr val="dk1"/>
                </a:solidFill>
              </a:defRPr>
            </a:lvl3pPr>
            <a:lvl4pPr lvl="3" algn="l">
              <a:lnSpc>
                <a:spcPct val="100000"/>
              </a:lnSpc>
              <a:spcBef>
                <a:spcPts val="0"/>
              </a:spcBef>
              <a:spcAft>
                <a:spcPts val="0"/>
              </a:spcAft>
              <a:buSzPts val="1200"/>
              <a:buNone/>
              <a:defRPr sz="1400">
                <a:solidFill>
                  <a:schemeClr val="dk1"/>
                </a:solidFill>
              </a:defRPr>
            </a:lvl4pPr>
            <a:lvl5pPr lvl="4" algn="l">
              <a:lnSpc>
                <a:spcPct val="100000"/>
              </a:lnSpc>
              <a:spcBef>
                <a:spcPts val="0"/>
              </a:spcBef>
              <a:spcAft>
                <a:spcPts val="0"/>
              </a:spcAft>
              <a:buSzPts val="1200"/>
              <a:buNone/>
              <a:defRPr sz="1400">
                <a:solidFill>
                  <a:schemeClr val="dk1"/>
                </a:solidFill>
              </a:defRPr>
            </a:lvl5pPr>
            <a:lvl6pPr lvl="5" algn="l">
              <a:lnSpc>
                <a:spcPct val="100000"/>
              </a:lnSpc>
              <a:spcBef>
                <a:spcPts val="0"/>
              </a:spcBef>
              <a:spcAft>
                <a:spcPts val="0"/>
              </a:spcAft>
              <a:buSzPts val="1200"/>
              <a:buNone/>
              <a:defRPr sz="1400">
                <a:solidFill>
                  <a:schemeClr val="dk1"/>
                </a:solidFill>
              </a:defRPr>
            </a:lvl6pPr>
            <a:lvl7pPr lvl="6" algn="l">
              <a:lnSpc>
                <a:spcPct val="100000"/>
              </a:lnSpc>
              <a:spcBef>
                <a:spcPts val="0"/>
              </a:spcBef>
              <a:spcAft>
                <a:spcPts val="0"/>
              </a:spcAft>
              <a:buSzPts val="1200"/>
              <a:buNone/>
              <a:defRPr sz="1400">
                <a:solidFill>
                  <a:schemeClr val="dk1"/>
                </a:solidFill>
              </a:defRPr>
            </a:lvl7pPr>
            <a:lvl8pPr lvl="7" algn="l">
              <a:lnSpc>
                <a:spcPct val="100000"/>
              </a:lnSpc>
              <a:spcBef>
                <a:spcPts val="0"/>
              </a:spcBef>
              <a:spcAft>
                <a:spcPts val="0"/>
              </a:spcAft>
              <a:buSzPts val="1200"/>
              <a:buNone/>
              <a:defRPr sz="1400">
                <a:solidFill>
                  <a:schemeClr val="dk1"/>
                </a:solidFill>
              </a:defRPr>
            </a:lvl8pPr>
            <a:lvl9pPr lvl="8" algn="l">
              <a:lnSpc>
                <a:spcPct val="100000"/>
              </a:lnSpc>
              <a:spcBef>
                <a:spcPts val="0"/>
              </a:spcBef>
              <a:spcAft>
                <a:spcPts val="0"/>
              </a:spcAft>
              <a:buSzPts val="1200"/>
              <a:buNone/>
              <a:defRPr sz="1400">
                <a:solidFill>
                  <a:schemeClr val="dk1"/>
                </a:solidFill>
              </a:defRPr>
            </a:lvl9pPr>
          </a:lstStyle>
          <a:p/>
        </p:txBody>
      </p:sp>
      <p:sp>
        <p:nvSpPr>
          <p:cNvPr id="223" name="Google Shape;223;p25"/>
          <p:cNvSpPr txBox="1"/>
          <p:nvPr>
            <p:ph idx="5" type="subTitle"/>
          </p:nvPr>
        </p:nvSpPr>
        <p:spPr>
          <a:xfrm>
            <a:off x="5256000" y="1476000"/>
            <a:ext cx="2261700" cy="40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1">
                <a:solidFill>
                  <a:schemeClr val="accent1"/>
                </a:solidFill>
              </a:defRPr>
            </a:lvl1pPr>
            <a:lvl2pPr lvl="1" algn="l">
              <a:lnSpc>
                <a:spcPct val="100000"/>
              </a:lnSpc>
              <a:spcBef>
                <a:spcPts val="1600"/>
              </a:spcBef>
              <a:spcAft>
                <a:spcPts val="0"/>
              </a:spcAft>
              <a:buSzPts val="1200"/>
              <a:buNone/>
              <a:defRPr b="1">
                <a:solidFill>
                  <a:schemeClr val="accent1"/>
                </a:solidFill>
              </a:defRPr>
            </a:lvl2pPr>
            <a:lvl3pPr lvl="2" algn="l">
              <a:lnSpc>
                <a:spcPct val="100000"/>
              </a:lnSpc>
              <a:spcBef>
                <a:spcPts val="1600"/>
              </a:spcBef>
              <a:spcAft>
                <a:spcPts val="0"/>
              </a:spcAft>
              <a:buSzPts val="1200"/>
              <a:buNone/>
              <a:defRPr b="1">
                <a:solidFill>
                  <a:schemeClr val="accent1"/>
                </a:solidFill>
              </a:defRPr>
            </a:lvl3pPr>
            <a:lvl4pPr lvl="3" algn="l">
              <a:lnSpc>
                <a:spcPct val="100000"/>
              </a:lnSpc>
              <a:spcBef>
                <a:spcPts val="1600"/>
              </a:spcBef>
              <a:spcAft>
                <a:spcPts val="0"/>
              </a:spcAft>
              <a:buSzPts val="1200"/>
              <a:buNone/>
              <a:defRPr b="1">
                <a:solidFill>
                  <a:schemeClr val="accent1"/>
                </a:solidFill>
              </a:defRPr>
            </a:lvl4pPr>
            <a:lvl5pPr lvl="4" algn="l">
              <a:lnSpc>
                <a:spcPct val="100000"/>
              </a:lnSpc>
              <a:spcBef>
                <a:spcPts val="1600"/>
              </a:spcBef>
              <a:spcAft>
                <a:spcPts val="0"/>
              </a:spcAft>
              <a:buSzPts val="1200"/>
              <a:buNone/>
              <a:defRPr b="1">
                <a:solidFill>
                  <a:schemeClr val="accent1"/>
                </a:solidFill>
              </a:defRPr>
            </a:lvl5pPr>
            <a:lvl6pPr lvl="5" algn="l">
              <a:lnSpc>
                <a:spcPct val="100000"/>
              </a:lnSpc>
              <a:spcBef>
                <a:spcPts val="1600"/>
              </a:spcBef>
              <a:spcAft>
                <a:spcPts val="0"/>
              </a:spcAft>
              <a:buSzPts val="1200"/>
              <a:buNone/>
              <a:defRPr b="1">
                <a:solidFill>
                  <a:schemeClr val="accent1"/>
                </a:solidFill>
              </a:defRPr>
            </a:lvl6pPr>
            <a:lvl7pPr lvl="6" algn="l">
              <a:lnSpc>
                <a:spcPct val="100000"/>
              </a:lnSpc>
              <a:spcBef>
                <a:spcPts val="1600"/>
              </a:spcBef>
              <a:spcAft>
                <a:spcPts val="0"/>
              </a:spcAft>
              <a:buSzPts val="1200"/>
              <a:buNone/>
              <a:defRPr b="1">
                <a:solidFill>
                  <a:schemeClr val="accent1"/>
                </a:solidFill>
              </a:defRPr>
            </a:lvl7pPr>
            <a:lvl8pPr lvl="7" algn="l">
              <a:lnSpc>
                <a:spcPct val="100000"/>
              </a:lnSpc>
              <a:spcBef>
                <a:spcPts val="1600"/>
              </a:spcBef>
              <a:spcAft>
                <a:spcPts val="0"/>
              </a:spcAft>
              <a:buSzPts val="1200"/>
              <a:buNone/>
              <a:defRPr b="1">
                <a:solidFill>
                  <a:schemeClr val="accent1"/>
                </a:solidFill>
              </a:defRPr>
            </a:lvl8pPr>
            <a:lvl9pPr lvl="8" algn="l">
              <a:lnSpc>
                <a:spcPct val="100000"/>
              </a:lnSpc>
              <a:spcBef>
                <a:spcPts val="1600"/>
              </a:spcBef>
              <a:spcAft>
                <a:spcPts val="1600"/>
              </a:spcAft>
              <a:buSzPts val="1200"/>
              <a:buNone/>
              <a:defRPr b="1">
                <a:solidFill>
                  <a:schemeClr val="accent1"/>
                </a:solidFill>
              </a:defRPr>
            </a:lvl9pPr>
          </a:lstStyle>
          <a:p/>
        </p:txBody>
      </p:sp>
      <p:sp>
        <p:nvSpPr>
          <p:cNvPr id="224" name="Google Shape;224;p25"/>
          <p:cNvSpPr txBox="1"/>
          <p:nvPr>
            <p:ph idx="6" type="subTitle"/>
          </p:nvPr>
        </p:nvSpPr>
        <p:spPr>
          <a:xfrm>
            <a:off x="5256000" y="1851450"/>
            <a:ext cx="2261700" cy="72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solidFill>
                  <a:schemeClr val="dk1"/>
                </a:solidFill>
              </a:defRPr>
            </a:lvl1pPr>
            <a:lvl2pPr lvl="1" algn="l">
              <a:lnSpc>
                <a:spcPct val="100000"/>
              </a:lnSpc>
              <a:spcBef>
                <a:spcPts val="1600"/>
              </a:spcBef>
              <a:spcAft>
                <a:spcPts val="0"/>
              </a:spcAft>
              <a:buSzPts val="1200"/>
              <a:buNone/>
              <a:defRPr sz="1400">
                <a:solidFill>
                  <a:schemeClr val="dk1"/>
                </a:solidFill>
              </a:defRPr>
            </a:lvl2pPr>
            <a:lvl3pPr lvl="2" algn="l">
              <a:lnSpc>
                <a:spcPct val="100000"/>
              </a:lnSpc>
              <a:spcBef>
                <a:spcPts val="1600"/>
              </a:spcBef>
              <a:spcAft>
                <a:spcPts val="0"/>
              </a:spcAft>
              <a:buSzPts val="1200"/>
              <a:buNone/>
              <a:defRPr sz="1400">
                <a:solidFill>
                  <a:schemeClr val="dk1"/>
                </a:solidFill>
              </a:defRPr>
            </a:lvl3pPr>
            <a:lvl4pPr lvl="3" algn="l">
              <a:lnSpc>
                <a:spcPct val="100000"/>
              </a:lnSpc>
              <a:spcBef>
                <a:spcPts val="1600"/>
              </a:spcBef>
              <a:spcAft>
                <a:spcPts val="0"/>
              </a:spcAft>
              <a:buSzPts val="1200"/>
              <a:buNone/>
              <a:defRPr sz="1400">
                <a:solidFill>
                  <a:schemeClr val="dk1"/>
                </a:solidFill>
              </a:defRPr>
            </a:lvl4pPr>
            <a:lvl5pPr lvl="4" algn="l">
              <a:lnSpc>
                <a:spcPct val="100000"/>
              </a:lnSpc>
              <a:spcBef>
                <a:spcPts val="1600"/>
              </a:spcBef>
              <a:spcAft>
                <a:spcPts val="0"/>
              </a:spcAft>
              <a:buSzPts val="1200"/>
              <a:buNone/>
              <a:defRPr sz="1400">
                <a:solidFill>
                  <a:schemeClr val="dk1"/>
                </a:solidFill>
              </a:defRPr>
            </a:lvl5pPr>
            <a:lvl6pPr lvl="5" algn="l">
              <a:lnSpc>
                <a:spcPct val="100000"/>
              </a:lnSpc>
              <a:spcBef>
                <a:spcPts val="1600"/>
              </a:spcBef>
              <a:spcAft>
                <a:spcPts val="0"/>
              </a:spcAft>
              <a:buSzPts val="1200"/>
              <a:buNone/>
              <a:defRPr sz="1400">
                <a:solidFill>
                  <a:schemeClr val="dk1"/>
                </a:solidFill>
              </a:defRPr>
            </a:lvl6pPr>
            <a:lvl7pPr lvl="6" algn="l">
              <a:lnSpc>
                <a:spcPct val="100000"/>
              </a:lnSpc>
              <a:spcBef>
                <a:spcPts val="1600"/>
              </a:spcBef>
              <a:spcAft>
                <a:spcPts val="0"/>
              </a:spcAft>
              <a:buSzPts val="1200"/>
              <a:buNone/>
              <a:defRPr sz="1400">
                <a:solidFill>
                  <a:schemeClr val="dk1"/>
                </a:solidFill>
              </a:defRPr>
            </a:lvl7pPr>
            <a:lvl8pPr lvl="7" algn="l">
              <a:lnSpc>
                <a:spcPct val="100000"/>
              </a:lnSpc>
              <a:spcBef>
                <a:spcPts val="1600"/>
              </a:spcBef>
              <a:spcAft>
                <a:spcPts val="0"/>
              </a:spcAft>
              <a:buSzPts val="1200"/>
              <a:buNone/>
              <a:defRPr sz="1400">
                <a:solidFill>
                  <a:schemeClr val="dk1"/>
                </a:solidFill>
              </a:defRPr>
            </a:lvl8pPr>
            <a:lvl9pPr lvl="8" algn="l">
              <a:lnSpc>
                <a:spcPct val="100000"/>
              </a:lnSpc>
              <a:spcBef>
                <a:spcPts val="1600"/>
              </a:spcBef>
              <a:spcAft>
                <a:spcPts val="1600"/>
              </a:spcAft>
              <a:buSzPts val="1200"/>
              <a:buNone/>
              <a:defRPr sz="1400">
                <a:solidFill>
                  <a:schemeClr val="dk1"/>
                </a:solidFill>
              </a:defRPr>
            </a:lvl9pPr>
          </a:lstStyle>
          <a:p/>
        </p:txBody>
      </p:sp>
      <p:sp>
        <p:nvSpPr>
          <p:cNvPr id="225" name="Google Shape;225;p25"/>
          <p:cNvSpPr txBox="1"/>
          <p:nvPr>
            <p:ph idx="7" type="subTitle"/>
          </p:nvPr>
        </p:nvSpPr>
        <p:spPr>
          <a:xfrm>
            <a:off x="711900" y="2952200"/>
            <a:ext cx="2261700" cy="40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1">
                <a:solidFill>
                  <a:schemeClr val="accent1"/>
                </a:solidFill>
              </a:defRPr>
            </a:lvl1pPr>
            <a:lvl2pPr lvl="1" algn="l">
              <a:lnSpc>
                <a:spcPct val="100000"/>
              </a:lnSpc>
              <a:spcBef>
                <a:spcPts val="1600"/>
              </a:spcBef>
              <a:spcAft>
                <a:spcPts val="0"/>
              </a:spcAft>
              <a:buSzPts val="1200"/>
              <a:buNone/>
              <a:defRPr b="1">
                <a:solidFill>
                  <a:schemeClr val="accent1"/>
                </a:solidFill>
              </a:defRPr>
            </a:lvl2pPr>
            <a:lvl3pPr lvl="2" algn="l">
              <a:lnSpc>
                <a:spcPct val="100000"/>
              </a:lnSpc>
              <a:spcBef>
                <a:spcPts val="1600"/>
              </a:spcBef>
              <a:spcAft>
                <a:spcPts val="0"/>
              </a:spcAft>
              <a:buSzPts val="1200"/>
              <a:buNone/>
              <a:defRPr b="1">
                <a:solidFill>
                  <a:schemeClr val="accent1"/>
                </a:solidFill>
              </a:defRPr>
            </a:lvl3pPr>
            <a:lvl4pPr lvl="3" algn="l">
              <a:lnSpc>
                <a:spcPct val="100000"/>
              </a:lnSpc>
              <a:spcBef>
                <a:spcPts val="1600"/>
              </a:spcBef>
              <a:spcAft>
                <a:spcPts val="0"/>
              </a:spcAft>
              <a:buSzPts val="1200"/>
              <a:buNone/>
              <a:defRPr b="1">
                <a:solidFill>
                  <a:schemeClr val="accent1"/>
                </a:solidFill>
              </a:defRPr>
            </a:lvl4pPr>
            <a:lvl5pPr lvl="4" algn="l">
              <a:lnSpc>
                <a:spcPct val="100000"/>
              </a:lnSpc>
              <a:spcBef>
                <a:spcPts val="1600"/>
              </a:spcBef>
              <a:spcAft>
                <a:spcPts val="0"/>
              </a:spcAft>
              <a:buSzPts val="1200"/>
              <a:buNone/>
              <a:defRPr b="1">
                <a:solidFill>
                  <a:schemeClr val="accent1"/>
                </a:solidFill>
              </a:defRPr>
            </a:lvl5pPr>
            <a:lvl6pPr lvl="5" algn="l">
              <a:lnSpc>
                <a:spcPct val="100000"/>
              </a:lnSpc>
              <a:spcBef>
                <a:spcPts val="1600"/>
              </a:spcBef>
              <a:spcAft>
                <a:spcPts val="0"/>
              </a:spcAft>
              <a:buSzPts val="1200"/>
              <a:buNone/>
              <a:defRPr b="1">
                <a:solidFill>
                  <a:schemeClr val="accent1"/>
                </a:solidFill>
              </a:defRPr>
            </a:lvl6pPr>
            <a:lvl7pPr lvl="6" algn="l">
              <a:lnSpc>
                <a:spcPct val="100000"/>
              </a:lnSpc>
              <a:spcBef>
                <a:spcPts val="1600"/>
              </a:spcBef>
              <a:spcAft>
                <a:spcPts val="0"/>
              </a:spcAft>
              <a:buSzPts val="1200"/>
              <a:buNone/>
              <a:defRPr b="1">
                <a:solidFill>
                  <a:schemeClr val="accent1"/>
                </a:solidFill>
              </a:defRPr>
            </a:lvl7pPr>
            <a:lvl8pPr lvl="7" algn="l">
              <a:lnSpc>
                <a:spcPct val="100000"/>
              </a:lnSpc>
              <a:spcBef>
                <a:spcPts val="1600"/>
              </a:spcBef>
              <a:spcAft>
                <a:spcPts val="0"/>
              </a:spcAft>
              <a:buSzPts val="1200"/>
              <a:buNone/>
              <a:defRPr b="1">
                <a:solidFill>
                  <a:schemeClr val="accent1"/>
                </a:solidFill>
              </a:defRPr>
            </a:lvl8pPr>
            <a:lvl9pPr lvl="8" algn="l">
              <a:lnSpc>
                <a:spcPct val="100000"/>
              </a:lnSpc>
              <a:spcBef>
                <a:spcPts val="1600"/>
              </a:spcBef>
              <a:spcAft>
                <a:spcPts val="1600"/>
              </a:spcAft>
              <a:buSzPts val="1200"/>
              <a:buNone/>
              <a:defRPr b="1">
                <a:solidFill>
                  <a:schemeClr val="accent1"/>
                </a:solidFill>
              </a:defRPr>
            </a:lvl9pPr>
          </a:lstStyle>
          <a:p/>
        </p:txBody>
      </p:sp>
      <p:sp>
        <p:nvSpPr>
          <p:cNvPr id="226" name="Google Shape;226;p25"/>
          <p:cNvSpPr txBox="1"/>
          <p:nvPr>
            <p:ph idx="8" type="subTitle"/>
          </p:nvPr>
        </p:nvSpPr>
        <p:spPr>
          <a:xfrm>
            <a:off x="711900" y="3327650"/>
            <a:ext cx="2261700" cy="72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solidFill>
                  <a:schemeClr val="dk1"/>
                </a:solidFill>
              </a:defRPr>
            </a:lvl1pPr>
            <a:lvl2pPr lvl="1" algn="l">
              <a:lnSpc>
                <a:spcPct val="100000"/>
              </a:lnSpc>
              <a:spcBef>
                <a:spcPts val="0"/>
              </a:spcBef>
              <a:spcAft>
                <a:spcPts val="0"/>
              </a:spcAft>
              <a:buSzPts val="1200"/>
              <a:buNone/>
              <a:defRPr sz="1400">
                <a:solidFill>
                  <a:schemeClr val="dk1"/>
                </a:solidFill>
              </a:defRPr>
            </a:lvl2pPr>
            <a:lvl3pPr lvl="2" algn="l">
              <a:lnSpc>
                <a:spcPct val="100000"/>
              </a:lnSpc>
              <a:spcBef>
                <a:spcPts val="0"/>
              </a:spcBef>
              <a:spcAft>
                <a:spcPts val="0"/>
              </a:spcAft>
              <a:buSzPts val="1200"/>
              <a:buNone/>
              <a:defRPr sz="1400">
                <a:solidFill>
                  <a:schemeClr val="dk1"/>
                </a:solidFill>
              </a:defRPr>
            </a:lvl3pPr>
            <a:lvl4pPr lvl="3" algn="l">
              <a:lnSpc>
                <a:spcPct val="100000"/>
              </a:lnSpc>
              <a:spcBef>
                <a:spcPts val="0"/>
              </a:spcBef>
              <a:spcAft>
                <a:spcPts val="0"/>
              </a:spcAft>
              <a:buSzPts val="1200"/>
              <a:buNone/>
              <a:defRPr sz="1400">
                <a:solidFill>
                  <a:schemeClr val="dk1"/>
                </a:solidFill>
              </a:defRPr>
            </a:lvl4pPr>
            <a:lvl5pPr lvl="4" algn="l">
              <a:lnSpc>
                <a:spcPct val="100000"/>
              </a:lnSpc>
              <a:spcBef>
                <a:spcPts val="0"/>
              </a:spcBef>
              <a:spcAft>
                <a:spcPts val="0"/>
              </a:spcAft>
              <a:buSzPts val="1200"/>
              <a:buNone/>
              <a:defRPr sz="1400">
                <a:solidFill>
                  <a:schemeClr val="dk1"/>
                </a:solidFill>
              </a:defRPr>
            </a:lvl5pPr>
            <a:lvl6pPr lvl="5" algn="l">
              <a:lnSpc>
                <a:spcPct val="100000"/>
              </a:lnSpc>
              <a:spcBef>
                <a:spcPts val="0"/>
              </a:spcBef>
              <a:spcAft>
                <a:spcPts val="0"/>
              </a:spcAft>
              <a:buSzPts val="1200"/>
              <a:buNone/>
              <a:defRPr sz="1400">
                <a:solidFill>
                  <a:schemeClr val="dk1"/>
                </a:solidFill>
              </a:defRPr>
            </a:lvl6pPr>
            <a:lvl7pPr lvl="6" algn="l">
              <a:lnSpc>
                <a:spcPct val="100000"/>
              </a:lnSpc>
              <a:spcBef>
                <a:spcPts val="0"/>
              </a:spcBef>
              <a:spcAft>
                <a:spcPts val="0"/>
              </a:spcAft>
              <a:buSzPts val="1200"/>
              <a:buNone/>
              <a:defRPr sz="1400">
                <a:solidFill>
                  <a:schemeClr val="dk1"/>
                </a:solidFill>
              </a:defRPr>
            </a:lvl7pPr>
            <a:lvl8pPr lvl="7" algn="l">
              <a:lnSpc>
                <a:spcPct val="100000"/>
              </a:lnSpc>
              <a:spcBef>
                <a:spcPts val="0"/>
              </a:spcBef>
              <a:spcAft>
                <a:spcPts val="0"/>
              </a:spcAft>
              <a:buSzPts val="1200"/>
              <a:buNone/>
              <a:defRPr sz="1400">
                <a:solidFill>
                  <a:schemeClr val="dk1"/>
                </a:solidFill>
              </a:defRPr>
            </a:lvl8pPr>
            <a:lvl9pPr lvl="8" algn="l">
              <a:lnSpc>
                <a:spcPct val="100000"/>
              </a:lnSpc>
              <a:spcBef>
                <a:spcPts val="0"/>
              </a:spcBef>
              <a:spcAft>
                <a:spcPts val="0"/>
              </a:spcAft>
              <a:buSzPts val="1200"/>
              <a:buNone/>
              <a:defRPr sz="1400">
                <a:solidFill>
                  <a:schemeClr val="dk1"/>
                </a:solidFill>
              </a:defRPr>
            </a:lvl9pPr>
          </a:lstStyle>
          <a:p/>
        </p:txBody>
      </p:sp>
      <p:sp>
        <p:nvSpPr>
          <p:cNvPr id="227" name="Google Shape;227;p25"/>
          <p:cNvSpPr txBox="1"/>
          <p:nvPr>
            <p:ph idx="9" type="subTitle"/>
          </p:nvPr>
        </p:nvSpPr>
        <p:spPr>
          <a:xfrm>
            <a:off x="2983950" y="2952200"/>
            <a:ext cx="2261700" cy="40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1">
                <a:solidFill>
                  <a:schemeClr val="accent1"/>
                </a:solidFill>
              </a:defRPr>
            </a:lvl1pPr>
            <a:lvl2pPr lvl="1" algn="l">
              <a:lnSpc>
                <a:spcPct val="100000"/>
              </a:lnSpc>
              <a:spcBef>
                <a:spcPts val="1600"/>
              </a:spcBef>
              <a:spcAft>
                <a:spcPts val="0"/>
              </a:spcAft>
              <a:buSzPts val="1200"/>
              <a:buNone/>
              <a:defRPr b="1">
                <a:solidFill>
                  <a:schemeClr val="accent1"/>
                </a:solidFill>
              </a:defRPr>
            </a:lvl2pPr>
            <a:lvl3pPr lvl="2" algn="l">
              <a:lnSpc>
                <a:spcPct val="100000"/>
              </a:lnSpc>
              <a:spcBef>
                <a:spcPts val="1600"/>
              </a:spcBef>
              <a:spcAft>
                <a:spcPts val="0"/>
              </a:spcAft>
              <a:buSzPts val="1200"/>
              <a:buNone/>
              <a:defRPr b="1">
                <a:solidFill>
                  <a:schemeClr val="accent1"/>
                </a:solidFill>
              </a:defRPr>
            </a:lvl3pPr>
            <a:lvl4pPr lvl="3" algn="l">
              <a:lnSpc>
                <a:spcPct val="100000"/>
              </a:lnSpc>
              <a:spcBef>
                <a:spcPts val="1600"/>
              </a:spcBef>
              <a:spcAft>
                <a:spcPts val="0"/>
              </a:spcAft>
              <a:buSzPts val="1200"/>
              <a:buNone/>
              <a:defRPr b="1">
                <a:solidFill>
                  <a:schemeClr val="accent1"/>
                </a:solidFill>
              </a:defRPr>
            </a:lvl4pPr>
            <a:lvl5pPr lvl="4" algn="l">
              <a:lnSpc>
                <a:spcPct val="100000"/>
              </a:lnSpc>
              <a:spcBef>
                <a:spcPts val="1600"/>
              </a:spcBef>
              <a:spcAft>
                <a:spcPts val="0"/>
              </a:spcAft>
              <a:buSzPts val="1200"/>
              <a:buNone/>
              <a:defRPr b="1">
                <a:solidFill>
                  <a:schemeClr val="accent1"/>
                </a:solidFill>
              </a:defRPr>
            </a:lvl5pPr>
            <a:lvl6pPr lvl="5" algn="l">
              <a:lnSpc>
                <a:spcPct val="100000"/>
              </a:lnSpc>
              <a:spcBef>
                <a:spcPts val="1600"/>
              </a:spcBef>
              <a:spcAft>
                <a:spcPts val="0"/>
              </a:spcAft>
              <a:buSzPts val="1200"/>
              <a:buNone/>
              <a:defRPr b="1">
                <a:solidFill>
                  <a:schemeClr val="accent1"/>
                </a:solidFill>
              </a:defRPr>
            </a:lvl6pPr>
            <a:lvl7pPr lvl="6" algn="l">
              <a:lnSpc>
                <a:spcPct val="100000"/>
              </a:lnSpc>
              <a:spcBef>
                <a:spcPts val="1600"/>
              </a:spcBef>
              <a:spcAft>
                <a:spcPts val="0"/>
              </a:spcAft>
              <a:buSzPts val="1200"/>
              <a:buNone/>
              <a:defRPr b="1">
                <a:solidFill>
                  <a:schemeClr val="accent1"/>
                </a:solidFill>
              </a:defRPr>
            </a:lvl7pPr>
            <a:lvl8pPr lvl="7" algn="l">
              <a:lnSpc>
                <a:spcPct val="100000"/>
              </a:lnSpc>
              <a:spcBef>
                <a:spcPts val="1600"/>
              </a:spcBef>
              <a:spcAft>
                <a:spcPts val="0"/>
              </a:spcAft>
              <a:buSzPts val="1200"/>
              <a:buNone/>
              <a:defRPr b="1">
                <a:solidFill>
                  <a:schemeClr val="accent1"/>
                </a:solidFill>
              </a:defRPr>
            </a:lvl8pPr>
            <a:lvl9pPr lvl="8" algn="l">
              <a:lnSpc>
                <a:spcPct val="100000"/>
              </a:lnSpc>
              <a:spcBef>
                <a:spcPts val="1600"/>
              </a:spcBef>
              <a:spcAft>
                <a:spcPts val="1600"/>
              </a:spcAft>
              <a:buSzPts val="1200"/>
              <a:buNone/>
              <a:defRPr b="1">
                <a:solidFill>
                  <a:schemeClr val="accent1"/>
                </a:solidFill>
              </a:defRPr>
            </a:lvl9pPr>
          </a:lstStyle>
          <a:p/>
        </p:txBody>
      </p:sp>
      <p:sp>
        <p:nvSpPr>
          <p:cNvPr id="228" name="Google Shape;228;p25"/>
          <p:cNvSpPr txBox="1"/>
          <p:nvPr>
            <p:ph idx="13" type="subTitle"/>
          </p:nvPr>
        </p:nvSpPr>
        <p:spPr>
          <a:xfrm>
            <a:off x="2983950" y="3327650"/>
            <a:ext cx="2261700" cy="72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solidFill>
                  <a:schemeClr val="dk1"/>
                </a:solidFill>
              </a:defRPr>
            </a:lvl1pPr>
            <a:lvl2pPr lvl="1" algn="l">
              <a:lnSpc>
                <a:spcPct val="100000"/>
              </a:lnSpc>
              <a:spcBef>
                <a:spcPts val="0"/>
              </a:spcBef>
              <a:spcAft>
                <a:spcPts val="0"/>
              </a:spcAft>
              <a:buSzPts val="1200"/>
              <a:buNone/>
              <a:defRPr sz="1400">
                <a:solidFill>
                  <a:schemeClr val="dk1"/>
                </a:solidFill>
              </a:defRPr>
            </a:lvl2pPr>
            <a:lvl3pPr lvl="2" algn="l">
              <a:lnSpc>
                <a:spcPct val="100000"/>
              </a:lnSpc>
              <a:spcBef>
                <a:spcPts val="0"/>
              </a:spcBef>
              <a:spcAft>
                <a:spcPts val="0"/>
              </a:spcAft>
              <a:buSzPts val="1200"/>
              <a:buNone/>
              <a:defRPr sz="1400">
                <a:solidFill>
                  <a:schemeClr val="dk1"/>
                </a:solidFill>
              </a:defRPr>
            </a:lvl3pPr>
            <a:lvl4pPr lvl="3" algn="l">
              <a:lnSpc>
                <a:spcPct val="100000"/>
              </a:lnSpc>
              <a:spcBef>
                <a:spcPts val="0"/>
              </a:spcBef>
              <a:spcAft>
                <a:spcPts val="0"/>
              </a:spcAft>
              <a:buSzPts val="1200"/>
              <a:buNone/>
              <a:defRPr sz="1400">
                <a:solidFill>
                  <a:schemeClr val="dk1"/>
                </a:solidFill>
              </a:defRPr>
            </a:lvl4pPr>
            <a:lvl5pPr lvl="4" algn="l">
              <a:lnSpc>
                <a:spcPct val="100000"/>
              </a:lnSpc>
              <a:spcBef>
                <a:spcPts val="0"/>
              </a:spcBef>
              <a:spcAft>
                <a:spcPts val="0"/>
              </a:spcAft>
              <a:buSzPts val="1200"/>
              <a:buNone/>
              <a:defRPr sz="1400">
                <a:solidFill>
                  <a:schemeClr val="dk1"/>
                </a:solidFill>
              </a:defRPr>
            </a:lvl5pPr>
            <a:lvl6pPr lvl="5" algn="l">
              <a:lnSpc>
                <a:spcPct val="100000"/>
              </a:lnSpc>
              <a:spcBef>
                <a:spcPts val="0"/>
              </a:spcBef>
              <a:spcAft>
                <a:spcPts val="0"/>
              </a:spcAft>
              <a:buSzPts val="1200"/>
              <a:buNone/>
              <a:defRPr sz="1400">
                <a:solidFill>
                  <a:schemeClr val="dk1"/>
                </a:solidFill>
              </a:defRPr>
            </a:lvl6pPr>
            <a:lvl7pPr lvl="6" algn="l">
              <a:lnSpc>
                <a:spcPct val="100000"/>
              </a:lnSpc>
              <a:spcBef>
                <a:spcPts val="0"/>
              </a:spcBef>
              <a:spcAft>
                <a:spcPts val="0"/>
              </a:spcAft>
              <a:buSzPts val="1200"/>
              <a:buNone/>
              <a:defRPr sz="1400">
                <a:solidFill>
                  <a:schemeClr val="dk1"/>
                </a:solidFill>
              </a:defRPr>
            </a:lvl7pPr>
            <a:lvl8pPr lvl="7" algn="l">
              <a:lnSpc>
                <a:spcPct val="100000"/>
              </a:lnSpc>
              <a:spcBef>
                <a:spcPts val="0"/>
              </a:spcBef>
              <a:spcAft>
                <a:spcPts val="0"/>
              </a:spcAft>
              <a:buSzPts val="1200"/>
              <a:buNone/>
              <a:defRPr sz="1400">
                <a:solidFill>
                  <a:schemeClr val="dk1"/>
                </a:solidFill>
              </a:defRPr>
            </a:lvl8pPr>
            <a:lvl9pPr lvl="8" algn="l">
              <a:lnSpc>
                <a:spcPct val="100000"/>
              </a:lnSpc>
              <a:spcBef>
                <a:spcPts val="0"/>
              </a:spcBef>
              <a:spcAft>
                <a:spcPts val="0"/>
              </a:spcAft>
              <a:buSzPts val="1200"/>
              <a:buNone/>
              <a:defRPr sz="1400">
                <a:solidFill>
                  <a:schemeClr val="dk1"/>
                </a:solidFill>
              </a:defRPr>
            </a:lvl9pPr>
          </a:lstStyle>
          <a:p/>
        </p:txBody>
      </p:sp>
      <p:sp>
        <p:nvSpPr>
          <p:cNvPr id="229" name="Google Shape;229;p25"/>
          <p:cNvSpPr txBox="1"/>
          <p:nvPr>
            <p:ph idx="14" type="subTitle"/>
          </p:nvPr>
        </p:nvSpPr>
        <p:spPr>
          <a:xfrm>
            <a:off x="5256000" y="2952200"/>
            <a:ext cx="2261700" cy="40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1">
                <a:solidFill>
                  <a:schemeClr val="accent1"/>
                </a:solidFill>
              </a:defRPr>
            </a:lvl1pPr>
            <a:lvl2pPr lvl="1" algn="l">
              <a:lnSpc>
                <a:spcPct val="100000"/>
              </a:lnSpc>
              <a:spcBef>
                <a:spcPts val="1600"/>
              </a:spcBef>
              <a:spcAft>
                <a:spcPts val="0"/>
              </a:spcAft>
              <a:buSzPts val="1200"/>
              <a:buNone/>
              <a:defRPr b="1">
                <a:solidFill>
                  <a:schemeClr val="accent1"/>
                </a:solidFill>
              </a:defRPr>
            </a:lvl2pPr>
            <a:lvl3pPr lvl="2" algn="l">
              <a:lnSpc>
                <a:spcPct val="100000"/>
              </a:lnSpc>
              <a:spcBef>
                <a:spcPts val="1600"/>
              </a:spcBef>
              <a:spcAft>
                <a:spcPts val="0"/>
              </a:spcAft>
              <a:buSzPts val="1200"/>
              <a:buNone/>
              <a:defRPr b="1">
                <a:solidFill>
                  <a:schemeClr val="accent1"/>
                </a:solidFill>
              </a:defRPr>
            </a:lvl3pPr>
            <a:lvl4pPr lvl="3" algn="l">
              <a:lnSpc>
                <a:spcPct val="100000"/>
              </a:lnSpc>
              <a:spcBef>
                <a:spcPts val="1600"/>
              </a:spcBef>
              <a:spcAft>
                <a:spcPts val="0"/>
              </a:spcAft>
              <a:buSzPts val="1200"/>
              <a:buNone/>
              <a:defRPr b="1">
                <a:solidFill>
                  <a:schemeClr val="accent1"/>
                </a:solidFill>
              </a:defRPr>
            </a:lvl4pPr>
            <a:lvl5pPr lvl="4" algn="l">
              <a:lnSpc>
                <a:spcPct val="100000"/>
              </a:lnSpc>
              <a:spcBef>
                <a:spcPts val="1600"/>
              </a:spcBef>
              <a:spcAft>
                <a:spcPts val="0"/>
              </a:spcAft>
              <a:buSzPts val="1200"/>
              <a:buNone/>
              <a:defRPr b="1">
                <a:solidFill>
                  <a:schemeClr val="accent1"/>
                </a:solidFill>
              </a:defRPr>
            </a:lvl5pPr>
            <a:lvl6pPr lvl="5" algn="l">
              <a:lnSpc>
                <a:spcPct val="100000"/>
              </a:lnSpc>
              <a:spcBef>
                <a:spcPts val="1600"/>
              </a:spcBef>
              <a:spcAft>
                <a:spcPts val="0"/>
              </a:spcAft>
              <a:buSzPts val="1200"/>
              <a:buNone/>
              <a:defRPr b="1">
                <a:solidFill>
                  <a:schemeClr val="accent1"/>
                </a:solidFill>
              </a:defRPr>
            </a:lvl6pPr>
            <a:lvl7pPr lvl="6" algn="l">
              <a:lnSpc>
                <a:spcPct val="100000"/>
              </a:lnSpc>
              <a:spcBef>
                <a:spcPts val="1600"/>
              </a:spcBef>
              <a:spcAft>
                <a:spcPts val="0"/>
              </a:spcAft>
              <a:buSzPts val="1200"/>
              <a:buNone/>
              <a:defRPr b="1">
                <a:solidFill>
                  <a:schemeClr val="accent1"/>
                </a:solidFill>
              </a:defRPr>
            </a:lvl7pPr>
            <a:lvl8pPr lvl="7" algn="l">
              <a:lnSpc>
                <a:spcPct val="100000"/>
              </a:lnSpc>
              <a:spcBef>
                <a:spcPts val="1600"/>
              </a:spcBef>
              <a:spcAft>
                <a:spcPts val="0"/>
              </a:spcAft>
              <a:buSzPts val="1200"/>
              <a:buNone/>
              <a:defRPr b="1">
                <a:solidFill>
                  <a:schemeClr val="accent1"/>
                </a:solidFill>
              </a:defRPr>
            </a:lvl8pPr>
            <a:lvl9pPr lvl="8" algn="l">
              <a:lnSpc>
                <a:spcPct val="100000"/>
              </a:lnSpc>
              <a:spcBef>
                <a:spcPts val="1600"/>
              </a:spcBef>
              <a:spcAft>
                <a:spcPts val="1600"/>
              </a:spcAft>
              <a:buSzPts val="1200"/>
              <a:buNone/>
              <a:defRPr b="1">
                <a:solidFill>
                  <a:schemeClr val="accent1"/>
                </a:solidFill>
              </a:defRPr>
            </a:lvl9pPr>
          </a:lstStyle>
          <a:p/>
        </p:txBody>
      </p:sp>
      <p:sp>
        <p:nvSpPr>
          <p:cNvPr id="230" name="Google Shape;230;p25"/>
          <p:cNvSpPr txBox="1"/>
          <p:nvPr>
            <p:ph idx="15" type="subTitle"/>
          </p:nvPr>
        </p:nvSpPr>
        <p:spPr>
          <a:xfrm>
            <a:off x="5256000" y="3327650"/>
            <a:ext cx="2261700" cy="72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solidFill>
                  <a:schemeClr val="dk1"/>
                </a:solidFill>
              </a:defRPr>
            </a:lvl1pPr>
            <a:lvl2pPr lvl="1" algn="l">
              <a:lnSpc>
                <a:spcPct val="100000"/>
              </a:lnSpc>
              <a:spcBef>
                <a:spcPts val="0"/>
              </a:spcBef>
              <a:spcAft>
                <a:spcPts val="0"/>
              </a:spcAft>
              <a:buSzPts val="1200"/>
              <a:buNone/>
              <a:defRPr sz="1400">
                <a:solidFill>
                  <a:schemeClr val="dk1"/>
                </a:solidFill>
              </a:defRPr>
            </a:lvl2pPr>
            <a:lvl3pPr lvl="2" algn="l">
              <a:lnSpc>
                <a:spcPct val="100000"/>
              </a:lnSpc>
              <a:spcBef>
                <a:spcPts val="0"/>
              </a:spcBef>
              <a:spcAft>
                <a:spcPts val="0"/>
              </a:spcAft>
              <a:buSzPts val="1200"/>
              <a:buNone/>
              <a:defRPr sz="1400">
                <a:solidFill>
                  <a:schemeClr val="dk1"/>
                </a:solidFill>
              </a:defRPr>
            </a:lvl3pPr>
            <a:lvl4pPr lvl="3" algn="l">
              <a:lnSpc>
                <a:spcPct val="100000"/>
              </a:lnSpc>
              <a:spcBef>
                <a:spcPts val="0"/>
              </a:spcBef>
              <a:spcAft>
                <a:spcPts val="0"/>
              </a:spcAft>
              <a:buSzPts val="1200"/>
              <a:buNone/>
              <a:defRPr sz="1400">
                <a:solidFill>
                  <a:schemeClr val="dk1"/>
                </a:solidFill>
              </a:defRPr>
            </a:lvl4pPr>
            <a:lvl5pPr lvl="4" algn="l">
              <a:lnSpc>
                <a:spcPct val="100000"/>
              </a:lnSpc>
              <a:spcBef>
                <a:spcPts val="0"/>
              </a:spcBef>
              <a:spcAft>
                <a:spcPts val="0"/>
              </a:spcAft>
              <a:buSzPts val="1200"/>
              <a:buNone/>
              <a:defRPr sz="1400">
                <a:solidFill>
                  <a:schemeClr val="dk1"/>
                </a:solidFill>
              </a:defRPr>
            </a:lvl5pPr>
            <a:lvl6pPr lvl="5" algn="l">
              <a:lnSpc>
                <a:spcPct val="100000"/>
              </a:lnSpc>
              <a:spcBef>
                <a:spcPts val="0"/>
              </a:spcBef>
              <a:spcAft>
                <a:spcPts val="0"/>
              </a:spcAft>
              <a:buSzPts val="1200"/>
              <a:buNone/>
              <a:defRPr sz="1400">
                <a:solidFill>
                  <a:schemeClr val="dk1"/>
                </a:solidFill>
              </a:defRPr>
            </a:lvl6pPr>
            <a:lvl7pPr lvl="6" algn="l">
              <a:lnSpc>
                <a:spcPct val="100000"/>
              </a:lnSpc>
              <a:spcBef>
                <a:spcPts val="0"/>
              </a:spcBef>
              <a:spcAft>
                <a:spcPts val="0"/>
              </a:spcAft>
              <a:buSzPts val="1200"/>
              <a:buNone/>
              <a:defRPr sz="1400">
                <a:solidFill>
                  <a:schemeClr val="dk1"/>
                </a:solidFill>
              </a:defRPr>
            </a:lvl7pPr>
            <a:lvl8pPr lvl="7" algn="l">
              <a:lnSpc>
                <a:spcPct val="100000"/>
              </a:lnSpc>
              <a:spcBef>
                <a:spcPts val="0"/>
              </a:spcBef>
              <a:spcAft>
                <a:spcPts val="0"/>
              </a:spcAft>
              <a:buSzPts val="1200"/>
              <a:buNone/>
              <a:defRPr sz="1400">
                <a:solidFill>
                  <a:schemeClr val="dk1"/>
                </a:solidFill>
              </a:defRPr>
            </a:lvl8pPr>
            <a:lvl9pPr lvl="8" algn="l">
              <a:lnSpc>
                <a:spcPct val="100000"/>
              </a:lnSpc>
              <a:spcBef>
                <a:spcPts val="0"/>
              </a:spcBef>
              <a:spcAft>
                <a:spcPts val="0"/>
              </a:spcAft>
              <a:buSzPts val="1200"/>
              <a:buNone/>
              <a:defRPr sz="1400">
                <a:solidFill>
                  <a:schemeClr val="dk1"/>
                </a:solidFill>
              </a:defRPr>
            </a:lvl9pPr>
          </a:lstStyle>
          <a:p/>
        </p:txBody>
      </p:sp>
      <p:sp>
        <p:nvSpPr>
          <p:cNvPr id="231" name="Google Shape;231;p25"/>
          <p:cNvSpPr txBox="1"/>
          <p:nvPr>
            <p:ph type="title"/>
          </p:nvPr>
        </p:nvSpPr>
        <p:spPr>
          <a:xfrm>
            <a:off x="717800" y="383175"/>
            <a:ext cx="7708200" cy="64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30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30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30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30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30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30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30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3000"/>
              <a:buFont typeface="Montserrat"/>
              <a:buNone/>
              <a:defRPr>
                <a:latin typeface="Montserrat"/>
                <a:ea typeface="Montserrat"/>
                <a:cs typeface="Montserrat"/>
                <a:sym typeface="Montserrat"/>
              </a:defRPr>
            </a:lvl9pPr>
          </a:lstStyle>
          <a:p/>
        </p:txBody>
      </p:sp>
      <p:sp>
        <p:nvSpPr>
          <p:cNvPr id="232" name="Google Shape;232;p25"/>
          <p:cNvSpPr/>
          <p:nvPr/>
        </p:nvSpPr>
        <p:spPr>
          <a:xfrm>
            <a:off x="7927800" y="257160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5"/>
          <p:cNvSpPr/>
          <p:nvPr/>
        </p:nvSpPr>
        <p:spPr>
          <a:xfrm>
            <a:off x="7927800"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oppins"/>
              <a:buNone/>
              <a:defRPr b="1" i="0" sz="28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1pPr>
            <a:lvl2pPr indent="-304800" lvl="1" marL="9144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2pPr>
            <a:lvl3pPr indent="-304800" lvl="2" marL="13716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3pPr>
            <a:lvl4pPr indent="-304800" lvl="3" marL="18288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4pPr>
            <a:lvl5pPr indent="-304800" lvl="4" marL="22860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5pPr>
            <a:lvl6pPr indent="-304800" lvl="5" marL="27432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6pPr>
            <a:lvl7pPr indent="-304800" lvl="6" marL="32004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7pPr>
            <a:lvl8pPr indent="-304800" lvl="7" marL="36576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8pPr>
            <a:lvl9pPr indent="-304800" lvl="8" marL="4114800" marR="0" rtl="0" algn="l">
              <a:lnSpc>
                <a:spcPct val="100000"/>
              </a:lnSpc>
              <a:spcBef>
                <a:spcPts val="1600"/>
              </a:spcBef>
              <a:spcAft>
                <a:spcPts val="160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spd="med">
    <p:push dir="r"/>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hyperlink" Target="https://arxiv.org/abs/2110.14043" TargetMode="External"/><Relationship Id="rId4" Type="http://schemas.openxmlformats.org/officeDocument/2006/relationships/hyperlink" Target="https://doi.org/10.1109/ICSTW.2011.77"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p26"/>
          <p:cNvGrpSpPr/>
          <p:nvPr/>
        </p:nvGrpSpPr>
        <p:grpSpPr>
          <a:xfrm>
            <a:off x="2088900" y="1979800"/>
            <a:ext cx="7055100" cy="0"/>
            <a:chOff x="2220050" y="1547100"/>
            <a:chExt cx="7055100" cy="0"/>
          </a:xfrm>
        </p:grpSpPr>
        <p:cxnSp>
          <p:nvCxnSpPr>
            <p:cNvPr id="240" name="Google Shape;240;p26"/>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41" name="Google Shape;241;p26"/>
            <p:cNvCxnSpPr/>
            <p:nvPr/>
          </p:nvCxnSpPr>
          <p:spPr>
            <a:xfrm>
              <a:off x="2684450" y="1547100"/>
              <a:ext cx="6590700" cy="0"/>
            </a:xfrm>
            <a:prstGeom prst="straightConnector1">
              <a:avLst/>
            </a:prstGeom>
            <a:noFill/>
            <a:ln cap="flat" cmpd="sng" w="9525">
              <a:solidFill>
                <a:schemeClr val="dk1"/>
              </a:solidFill>
              <a:prstDash val="solid"/>
              <a:round/>
              <a:headEnd len="sm" w="sm" type="none"/>
              <a:tailEnd len="sm" w="sm" type="none"/>
            </a:ln>
          </p:spPr>
        </p:cxnSp>
      </p:grpSp>
      <p:sp>
        <p:nvSpPr>
          <p:cNvPr id="242" name="Google Shape;242;p26"/>
          <p:cNvSpPr txBox="1"/>
          <p:nvPr/>
        </p:nvSpPr>
        <p:spPr>
          <a:xfrm>
            <a:off x="2154900" y="749625"/>
            <a:ext cx="6284400" cy="9735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3100"/>
              <a:buFont typeface="Arial"/>
              <a:buNone/>
            </a:pPr>
            <a:r>
              <a:rPr b="1" i="0" lang="en" sz="3100" u="none" cap="none" strike="noStrike">
                <a:solidFill>
                  <a:srgbClr val="325D79"/>
                </a:solidFill>
                <a:latin typeface="Times New Roman"/>
                <a:ea typeface="Times New Roman"/>
                <a:cs typeface="Times New Roman"/>
                <a:sym typeface="Times New Roman"/>
              </a:rPr>
              <a:t>StateEye: Intelligent Fragment-Based Web Testing Tool</a:t>
            </a:r>
            <a:endParaRPr b="0" i="0" sz="3100" u="none" cap="none" strike="noStrike">
              <a:solidFill>
                <a:srgbClr val="325D79"/>
              </a:solidFill>
              <a:latin typeface="Times New Roman"/>
              <a:ea typeface="Times New Roman"/>
              <a:cs typeface="Times New Roman"/>
              <a:sym typeface="Times New Roman"/>
            </a:endParaRPr>
          </a:p>
        </p:txBody>
      </p:sp>
      <p:sp>
        <p:nvSpPr>
          <p:cNvPr id="243" name="Google Shape;243;p26"/>
          <p:cNvSpPr txBox="1"/>
          <p:nvPr/>
        </p:nvSpPr>
        <p:spPr>
          <a:xfrm>
            <a:off x="5390450" y="3328800"/>
            <a:ext cx="3570000" cy="1049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Times New Roman"/>
                <a:ea typeface="Times New Roman"/>
                <a:cs typeface="Times New Roman"/>
                <a:sym typeface="Times New Roman"/>
              </a:rPr>
              <a:t>Mridha Md.Nafis Fuad</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highlight>
                  <a:srgbClr val="FFFFFF"/>
                </a:highlight>
                <a:latin typeface="Times New Roman"/>
                <a:ea typeface="Times New Roman"/>
                <a:cs typeface="Times New Roman"/>
                <a:sym typeface="Times New Roman"/>
              </a:rPr>
              <a:t>Lecturer, Institute of Information Technology, University of Dhaka</a:t>
            </a:r>
            <a:endParaRPr b="0" i="0" sz="1800" u="none" cap="none" strike="noStrike">
              <a:solidFill>
                <a:schemeClr val="dk1"/>
              </a:solidFill>
              <a:latin typeface="Times New Roman"/>
              <a:ea typeface="Times New Roman"/>
              <a:cs typeface="Times New Roman"/>
              <a:sym typeface="Times New Roman"/>
            </a:endParaRPr>
          </a:p>
        </p:txBody>
      </p:sp>
      <p:sp>
        <p:nvSpPr>
          <p:cNvPr id="244" name="Google Shape;244;p26"/>
          <p:cNvSpPr txBox="1"/>
          <p:nvPr/>
        </p:nvSpPr>
        <p:spPr>
          <a:xfrm>
            <a:off x="1960825" y="3328800"/>
            <a:ext cx="2739000" cy="973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Times New Roman"/>
                <a:ea typeface="Times New Roman"/>
                <a:cs typeface="Times New Roman"/>
                <a:sym typeface="Times New Roman"/>
              </a:rPr>
              <a:t>Mosamma Sultana Trina</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Roll: 1313</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Semester: 8th</a:t>
            </a:r>
            <a:endParaRPr b="0" i="0" sz="1800" u="none" cap="none" strike="noStrike">
              <a:solidFill>
                <a:schemeClr val="dk1"/>
              </a:solidFill>
              <a:latin typeface="Times New Roman"/>
              <a:ea typeface="Times New Roman"/>
              <a:cs typeface="Times New Roman"/>
              <a:sym typeface="Times New Roman"/>
            </a:endParaRPr>
          </a:p>
        </p:txBody>
      </p:sp>
      <p:sp>
        <p:nvSpPr>
          <p:cNvPr id="245" name="Google Shape;245;p26"/>
          <p:cNvSpPr/>
          <p:nvPr/>
        </p:nvSpPr>
        <p:spPr>
          <a:xfrm>
            <a:off x="5791900" y="2734075"/>
            <a:ext cx="1894800" cy="405300"/>
          </a:xfrm>
          <a:prstGeom prst="rect">
            <a:avLst/>
          </a:prstGeom>
          <a:solidFill>
            <a:srgbClr val="325D79"/>
          </a:solid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accent1"/>
                </a:solidFill>
                <a:latin typeface="Times New Roman"/>
                <a:ea typeface="Times New Roman"/>
                <a:cs typeface="Times New Roman"/>
                <a:sym typeface="Times New Roman"/>
              </a:rPr>
              <a:t>Supervised By</a:t>
            </a:r>
            <a:endParaRPr b="1" i="0" sz="2000" u="none" cap="none" strike="noStrike">
              <a:solidFill>
                <a:schemeClr val="accent1"/>
              </a:solidFill>
              <a:latin typeface="Times New Roman"/>
              <a:ea typeface="Times New Roman"/>
              <a:cs typeface="Times New Roman"/>
              <a:sym typeface="Times New Roman"/>
            </a:endParaRPr>
          </a:p>
        </p:txBody>
      </p:sp>
      <p:sp>
        <p:nvSpPr>
          <p:cNvPr id="246" name="Google Shape;246;p26"/>
          <p:cNvSpPr/>
          <p:nvPr/>
        </p:nvSpPr>
        <p:spPr>
          <a:xfrm>
            <a:off x="2216950" y="2753725"/>
            <a:ext cx="1894800" cy="366000"/>
          </a:xfrm>
          <a:prstGeom prst="rect">
            <a:avLst/>
          </a:prstGeom>
          <a:solidFill>
            <a:srgbClr val="325D79"/>
          </a:solid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accent1"/>
                </a:solidFill>
                <a:latin typeface="Times New Roman"/>
                <a:ea typeface="Times New Roman"/>
                <a:cs typeface="Times New Roman"/>
                <a:sym typeface="Times New Roman"/>
              </a:rPr>
              <a:t>Presented By</a:t>
            </a:r>
            <a:endParaRPr b="1" i="0" sz="2000" u="none" cap="none" strike="noStrike">
              <a:solidFill>
                <a:schemeClr val="accent1"/>
              </a:solidFill>
              <a:latin typeface="Times New Roman"/>
              <a:ea typeface="Times New Roman"/>
              <a:cs typeface="Times New Roman"/>
              <a:sym typeface="Times New Roman"/>
            </a:endParaRPr>
          </a:p>
        </p:txBody>
      </p:sp>
      <p:pic>
        <p:nvPicPr>
          <p:cNvPr id="247" name="Google Shape;247;p26"/>
          <p:cNvPicPr preferRelativeResize="0"/>
          <p:nvPr/>
        </p:nvPicPr>
        <p:blipFill rotWithShape="1">
          <a:blip r:embed="rId3">
            <a:alphaModFix/>
          </a:blip>
          <a:srcRect b="0" l="0" r="0" t="0"/>
          <a:stretch/>
        </p:blipFill>
        <p:spPr>
          <a:xfrm>
            <a:off x="3510179" y="341400"/>
            <a:ext cx="1189650" cy="67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7"/>
          <p:cNvSpPr txBox="1"/>
          <p:nvPr>
            <p:ph type="title"/>
          </p:nvPr>
        </p:nvSpPr>
        <p:spPr>
          <a:xfrm>
            <a:off x="720000" y="4015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Times New Roman"/>
                <a:ea typeface="Times New Roman"/>
                <a:cs typeface="Times New Roman"/>
                <a:sym typeface="Times New Roman"/>
              </a:rPr>
              <a:t>TABLE OF CONTENTS</a:t>
            </a:r>
            <a:endParaRPr>
              <a:latin typeface="Times New Roman"/>
              <a:ea typeface="Times New Roman"/>
              <a:cs typeface="Times New Roman"/>
              <a:sym typeface="Times New Roman"/>
            </a:endParaRPr>
          </a:p>
        </p:txBody>
      </p:sp>
      <p:sp>
        <p:nvSpPr>
          <p:cNvPr id="253" name="Google Shape;253;p27"/>
          <p:cNvSpPr txBox="1"/>
          <p:nvPr>
            <p:ph idx="2" type="title"/>
          </p:nvPr>
        </p:nvSpPr>
        <p:spPr>
          <a:xfrm>
            <a:off x="719925" y="1618050"/>
            <a:ext cx="7650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01</a:t>
            </a:r>
            <a:endParaRPr sz="2800">
              <a:latin typeface="Times New Roman"/>
              <a:ea typeface="Times New Roman"/>
              <a:cs typeface="Times New Roman"/>
              <a:sym typeface="Times New Roman"/>
            </a:endParaRPr>
          </a:p>
        </p:txBody>
      </p:sp>
      <p:sp>
        <p:nvSpPr>
          <p:cNvPr id="254" name="Google Shape;254;p27"/>
          <p:cNvSpPr txBox="1"/>
          <p:nvPr>
            <p:ph idx="3" type="title"/>
          </p:nvPr>
        </p:nvSpPr>
        <p:spPr>
          <a:xfrm>
            <a:off x="719925" y="2952388"/>
            <a:ext cx="7650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04</a:t>
            </a:r>
            <a:endParaRPr sz="2800">
              <a:latin typeface="Times New Roman"/>
              <a:ea typeface="Times New Roman"/>
              <a:cs typeface="Times New Roman"/>
              <a:sym typeface="Times New Roman"/>
            </a:endParaRPr>
          </a:p>
        </p:txBody>
      </p:sp>
      <p:sp>
        <p:nvSpPr>
          <p:cNvPr id="255" name="Google Shape;255;p27"/>
          <p:cNvSpPr txBox="1"/>
          <p:nvPr>
            <p:ph idx="4" type="title"/>
          </p:nvPr>
        </p:nvSpPr>
        <p:spPr>
          <a:xfrm>
            <a:off x="3371697" y="1618050"/>
            <a:ext cx="7650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02</a:t>
            </a:r>
            <a:endParaRPr sz="2800">
              <a:latin typeface="Times New Roman"/>
              <a:ea typeface="Times New Roman"/>
              <a:cs typeface="Times New Roman"/>
              <a:sym typeface="Times New Roman"/>
            </a:endParaRPr>
          </a:p>
        </p:txBody>
      </p:sp>
      <p:sp>
        <p:nvSpPr>
          <p:cNvPr id="256" name="Google Shape;256;p27"/>
          <p:cNvSpPr txBox="1"/>
          <p:nvPr>
            <p:ph idx="5" type="title"/>
          </p:nvPr>
        </p:nvSpPr>
        <p:spPr>
          <a:xfrm>
            <a:off x="3505972" y="2963938"/>
            <a:ext cx="7650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05</a:t>
            </a:r>
            <a:endParaRPr sz="2800">
              <a:latin typeface="Times New Roman"/>
              <a:ea typeface="Times New Roman"/>
              <a:cs typeface="Times New Roman"/>
              <a:sym typeface="Times New Roman"/>
            </a:endParaRPr>
          </a:p>
        </p:txBody>
      </p:sp>
      <p:sp>
        <p:nvSpPr>
          <p:cNvPr id="257" name="Google Shape;257;p27"/>
          <p:cNvSpPr txBox="1"/>
          <p:nvPr>
            <p:ph idx="6" type="title"/>
          </p:nvPr>
        </p:nvSpPr>
        <p:spPr>
          <a:xfrm>
            <a:off x="6023469" y="1618050"/>
            <a:ext cx="7650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03</a:t>
            </a:r>
            <a:endParaRPr sz="2800">
              <a:latin typeface="Times New Roman"/>
              <a:ea typeface="Times New Roman"/>
              <a:cs typeface="Times New Roman"/>
              <a:sym typeface="Times New Roman"/>
            </a:endParaRPr>
          </a:p>
        </p:txBody>
      </p:sp>
      <p:sp>
        <p:nvSpPr>
          <p:cNvPr id="258" name="Google Shape;258;p27"/>
          <p:cNvSpPr txBox="1"/>
          <p:nvPr>
            <p:ph idx="7" type="title"/>
          </p:nvPr>
        </p:nvSpPr>
        <p:spPr>
          <a:xfrm>
            <a:off x="5054450" y="2963950"/>
            <a:ext cx="5487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06</a:t>
            </a:r>
            <a:endParaRPr sz="2800">
              <a:latin typeface="Times New Roman"/>
              <a:ea typeface="Times New Roman"/>
              <a:cs typeface="Times New Roman"/>
              <a:sym typeface="Times New Roman"/>
            </a:endParaRPr>
          </a:p>
        </p:txBody>
      </p:sp>
      <p:sp>
        <p:nvSpPr>
          <p:cNvPr id="259" name="Google Shape;259;p27"/>
          <p:cNvSpPr txBox="1"/>
          <p:nvPr>
            <p:ph idx="1" type="subTitle"/>
          </p:nvPr>
        </p:nvSpPr>
        <p:spPr>
          <a:xfrm>
            <a:off x="719925" y="2016748"/>
            <a:ext cx="2400600" cy="51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Times New Roman"/>
                <a:ea typeface="Times New Roman"/>
                <a:cs typeface="Times New Roman"/>
                <a:sym typeface="Times New Roman"/>
              </a:rPr>
              <a:t>Problem</a:t>
            </a:r>
            <a:endParaRPr b="1" sz="1800">
              <a:latin typeface="Times New Roman"/>
              <a:ea typeface="Times New Roman"/>
              <a:cs typeface="Times New Roman"/>
              <a:sym typeface="Times New Roman"/>
            </a:endParaRPr>
          </a:p>
        </p:txBody>
      </p:sp>
      <p:sp>
        <p:nvSpPr>
          <p:cNvPr id="260" name="Google Shape;260;p27"/>
          <p:cNvSpPr txBox="1"/>
          <p:nvPr>
            <p:ph idx="8" type="subTitle"/>
          </p:nvPr>
        </p:nvSpPr>
        <p:spPr>
          <a:xfrm>
            <a:off x="3371699" y="2016748"/>
            <a:ext cx="2400600" cy="51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Times New Roman"/>
                <a:ea typeface="Times New Roman"/>
                <a:cs typeface="Times New Roman"/>
                <a:sym typeface="Times New Roman"/>
              </a:rPr>
              <a:t>Proposed Solution</a:t>
            </a:r>
            <a:endParaRPr b="1" sz="1800">
              <a:latin typeface="Times New Roman"/>
              <a:ea typeface="Times New Roman"/>
              <a:cs typeface="Times New Roman"/>
              <a:sym typeface="Times New Roman"/>
            </a:endParaRPr>
          </a:p>
        </p:txBody>
      </p:sp>
      <p:sp>
        <p:nvSpPr>
          <p:cNvPr id="261" name="Google Shape;261;p27"/>
          <p:cNvSpPr txBox="1"/>
          <p:nvPr>
            <p:ph idx="9" type="subTitle"/>
          </p:nvPr>
        </p:nvSpPr>
        <p:spPr>
          <a:xfrm>
            <a:off x="6023473" y="2016748"/>
            <a:ext cx="2400600" cy="51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Times New Roman"/>
                <a:ea typeface="Times New Roman"/>
                <a:cs typeface="Times New Roman"/>
                <a:sym typeface="Times New Roman"/>
              </a:rPr>
              <a:t>Key Features</a:t>
            </a:r>
            <a:endParaRPr b="1" sz="1800">
              <a:latin typeface="Times New Roman"/>
              <a:ea typeface="Times New Roman"/>
              <a:cs typeface="Times New Roman"/>
              <a:sym typeface="Times New Roman"/>
            </a:endParaRPr>
          </a:p>
        </p:txBody>
      </p:sp>
      <p:sp>
        <p:nvSpPr>
          <p:cNvPr id="262" name="Google Shape;262;p27"/>
          <p:cNvSpPr txBox="1"/>
          <p:nvPr>
            <p:ph idx="13" type="subTitle"/>
          </p:nvPr>
        </p:nvSpPr>
        <p:spPr>
          <a:xfrm>
            <a:off x="719925" y="3400000"/>
            <a:ext cx="24006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solidFill>
                  <a:srgbClr val="000000"/>
                </a:solidFill>
                <a:latin typeface="Times New Roman"/>
                <a:ea typeface="Times New Roman"/>
                <a:cs typeface="Times New Roman"/>
                <a:sym typeface="Times New Roman"/>
              </a:rPr>
              <a:t>Technologies &amp; Tools</a:t>
            </a:r>
            <a:endParaRPr b="1" sz="1800">
              <a:latin typeface="Times New Roman"/>
              <a:ea typeface="Times New Roman"/>
              <a:cs typeface="Times New Roman"/>
              <a:sym typeface="Times New Roman"/>
            </a:endParaRPr>
          </a:p>
        </p:txBody>
      </p:sp>
      <p:sp>
        <p:nvSpPr>
          <p:cNvPr id="263" name="Google Shape;263;p27"/>
          <p:cNvSpPr txBox="1"/>
          <p:nvPr>
            <p:ph idx="14" type="subTitle"/>
          </p:nvPr>
        </p:nvSpPr>
        <p:spPr>
          <a:xfrm>
            <a:off x="3431425" y="3362700"/>
            <a:ext cx="1200300" cy="51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Times New Roman"/>
                <a:ea typeface="Times New Roman"/>
                <a:cs typeface="Times New Roman"/>
                <a:sym typeface="Times New Roman"/>
              </a:rPr>
              <a:t>Workflow</a:t>
            </a:r>
            <a:endParaRPr b="1" sz="1800">
              <a:latin typeface="Times New Roman"/>
              <a:ea typeface="Times New Roman"/>
              <a:cs typeface="Times New Roman"/>
              <a:sym typeface="Times New Roman"/>
            </a:endParaRPr>
          </a:p>
        </p:txBody>
      </p:sp>
      <p:sp>
        <p:nvSpPr>
          <p:cNvPr id="264" name="Google Shape;264;p27"/>
          <p:cNvSpPr txBox="1"/>
          <p:nvPr>
            <p:ph idx="15" type="subTitle"/>
          </p:nvPr>
        </p:nvSpPr>
        <p:spPr>
          <a:xfrm>
            <a:off x="4986126" y="3351150"/>
            <a:ext cx="1283100" cy="51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Times New Roman"/>
                <a:ea typeface="Times New Roman"/>
                <a:cs typeface="Times New Roman"/>
                <a:sym typeface="Times New Roman"/>
              </a:rPr>
              <a:t>Timeline</a:t>
            </a:r>
            <a:endParaRPr b="1" sz="1800">
              <a:latin typeface="Times New Roman"/>
              <a:ea typeface="Times New Roman"/>
              <a:cs typeface="Times New Roman"/>
              <a:sym typeface="Times New Roman"/>
            </a:endParaRPr>
          </a:p>
        </p:txBody>
      </p:sp>
      <p:sp>
        <p:nvSpPr>
          <p:cNvPr id="265" name="Google Shape;265;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66" name="Google Shape;266;p27"/>
          <p:cNvSpPr txBox="1"/>
          <p:nvPr>
            <p:ph idx="5" type="title"/>
          </p:nvPr>
        </p:nvSpPr>
        <p:spPr>
          <a:xfrm>
            <a:off x="6698172" y="2952388"/>
            <a:ext cx="7650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800">
                <a:latin typeface="Times New Roman"/>
                <a:ea typeface="Times New Roman"/>
                <a:cs typeface="Times New Roman"/>
                <a:sym typeface="Times New Roman"/>
              </a:rPr>
              <a:t>07</a:t>
            </a:r>
            <a:endParaRPr sz="2800">
              <a:latin typeface="Times New Roman"/>
              <a:ea typeface="Times New Roman"/>
              <a:cs typeface="Times New Roman"/>
              <a:sym typeface="Times New Roman"/>
            </a:endParaRPr>
          </a:p>
        </p:txBody>
      </p:sp>
      <p:sp>
        <p:nvSpPr>
          <p:cNvPr id="267" name="Google Shape;267;p27"/>
          <p:cNvSpPr txBox="1"/>
          <p:nvPr>
            <p:ph idx="14" type="subTitle"/>
          </p:nvPr>
        </p:nvSpPr>
        <p:spPr>
          <a:xfrm>
            <a:off x="6623625" y="3351150"/>
            <a:ext cx="1200300" cy="51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Times New Roman"/>
                <a:ea typeface="Times New Roman"/>
                <a:cs typeface="Times New Roman"/>
                <a:sym typeface="Times New Roman"/>
              </a:rPr>
              <a:t>Reference</a:t>
            </a:r>
            <a:endParaRPr b="1" sz="1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ph type="title"/>
          </p:nvPr>
        </p:nvSpPr>
        <p:spPr>
          <a:xfrm>
            <a:off x="1333025" y="2699650"/>
            <a:ext cx="33621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latin typeface="Times New Roman"/>
                <a:ea typeface="Times New Roman"/>
                <a:cs typeface="Times New Roman"/>
                <a:sym typeface="Times New Roman"/>
              </a:rPr>
              <a:t>Problem</a:t>
            </a:r>
            <a:endParaRPr sz="3800">
              <a:latin typeface="Times New Roman"/>
              <a:ea typeface="Times New Roman"/>
              <a:cs typeface="Times New Roman"/>
              <a:sym typeface="Times New Roman"/>
            </a:endParaRPr>
          </a:p>
        </p:txBody>
      </p:sp>
      <p:sp>
        <p:nvSpPr>
          <p:cNvPr id="273" name="Google Shape;273;p28"/>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01</a:t>
            </a:r>
            <a:endParaRPr>
              <a:latin typeface="Times New Roman"/>
              <a:ea typeface="Times New Roman"/>
              <a:cs typeface="Times New Roman"/>
              <a:sym typeface="Times New Roman"/>
            </a:endParaRPr>
          </a:p>
        </p:txBody>
      </p:sp>
      <p:grpSp>
        <p:nvGrpSpPr>
          <p:cNvPr id="274" name="Google Shape;274;p28"/>
          <p:cNvGrpSpPr/>
          <p:nvPr/>
        </p:nvGrpSpPr>
        <p:grpSpPr>
          <a:xfrm flipH="1">
            <a:off x="-93625" y="2521475"/>
            <a:ext cx="4993500" cy="0"/>
            <a:chOff x="2220050" y="1547100"/>
            <a:chExt cx="4993500" cy="0"/>
          </a:xfrm>
        </p:grpSpPr>
        <p:cxnSp>
          <p:nvCxnSpPr>
            <p:cNvPr id="275" name="Google Shape;275;p28"/>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76" name="Google Shape;276;p28"/>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277" name="Google Shape;277;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9"/>
          <p:cNvSpPr txBox="1"/>
          <p:nvPr>
            <p:ph idx="1" type="subTitle"/>
          </p:nvPr>
        </p:nvSpPr>
        <p:spPr>
          <a:xfrm>
            <a:off x="201925" y="425000"/>
            <a:ext cx="5969400" cy="39135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Traditional web regression testing tools rely on </a:t>
            </a:r>
            <a:r>
              <a:rPr b="1" lang="en" sz="1800">
                <a:solidFill>
                  <a:srgbClr val="000000"/>
                </a:solidFill>
                <a:latin typeface="Times New Roman"/>
                <a:ea typeface="Times New Roman"/>
                <a:cs typeface="Times New Roman"/>
                <a:sym typeface="Times New Roman"/>
              </a:rPr>
              <a:t>whole-page comparison</a:t>
            </a:r>
            <a:r>
              <a:rPr lang="en" sz="1800">
                <a:solidFill>
                  <a:srgbClr val="000000"/>
                </a:solidFill>
                <a:latin typeface="Times New Roman"/>
                <a:ea typeface="Times New Roman"/>
                <a:cs typeface="Times New Roman"/>
                <a:sym typeface="Times New Roman"/>
              </a:rPr>
              <a:t>. They capture a full screenshot of each page and compare it to a baseline. In applications where many pages share the same navigation bar, header, and footer, this leads to </a:t>
            </a:r>
            <a:r>
              <a:rPr b="1" lang="en" sz="1800">
                <a:solidFill>
                  <a:srgbClr val="000000"/>
                </a:solidFill>
                <a:latin typeface="Times New Roman"/>
                <a:ea typeface="Times New Roman"/>
                <a:cs typeface="Times New Roman"/>
                <a:sym typeface="Times New Roman"/>
              </a:rPr>
              <a:t>redundant checks</a:t>
            </a:r>
            <a:r>
              <a:rPr lang="en" sz="1800">
                <a:solidFill>
                  <a:srgbClr val="000000"/>
                </a:solidFill>
                <a:latin typeface="Times New Roman"/>
                <a:ea typeface="Times New Roman"/>
                <a:cs typeface="Times New Roman"/>
                <a:sym typeface="Times New Roman"/>
              </a:rPr>
              <a:t>. Identical components are captured and validated repeatedly across pages.</a:t>
            </a:r>
            <a:endParaRPr sz="1800">
              <a:solidFill>
                <a:srgbClr val="000000"/>
              </a:solidFill>
              <a:latin typeface="Times New Roman"/>
              <a:ea typeface="Times New Roman"/>
              <a:cs typeface="Times New Roman"/>
              <a:sym typeface="Times New Roman"/>
            </a:endParaRPr>
          </a:p>
          <a:p>
            <a:pPr indent="0" lvl="0" marL="457200" rtl="0" algn="l">
              <a:lnSpc>
                <a:spcPct val="100000"/>
              </a:lnSpc>
              <a:spcBef>
                <a:spcPts val="0"/>
              </a:spcBef>
              <a:spcAft>
                <a:spcPts val="0"/>
              </a:spcAft>
              <a:buSzPts val="1200"/>
              <a:buNone/>
            </a:pPr>
            <a:r>
              <a:t/>
            </a:r>
            <a:endParaRPr sz="1800">
              <a:solidFill>
                <a:srgbClr val="000000"/>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Although tools like Storybook, Chromatic support component-level testing, they depend on </a:t>
            </a:r>
            <a:r>
              <a:rPr b="1" lang="en" sz="1800">
                <a:solidFill>
                  <a:srgbClr val="000000"/>
                </a:solidFill>
                <a:latin typeface="Times New Roman"/>
                <a:ea typeface="Times New Roman"/>
                <a:cs typeface="Times New Roman"/>
                <a:sym typeface="Times New Roman"/>
              </a:rPr>
              <a:t>manually defined components</a:t>
            </a:r>
            <a:r>
              <a:rPr lang="en" sz="1800">
                <a:solidFill>
                  <a:srgbClr val="000000"/>
                </a:solidFill>
                <a:latin typeface="Times New Roman"/>
                <a:ea typeface="Times New Roman"/>
                <a:cs typeface="Times New Roman"/>
                <a:sym typeface="Times New Roman"/>
              </a:rPr>
              <a:t> and do not automatically infer application states or detect near-duplicate pages during crawling. Those tools are hard-coded threshold-based.</a:t>
            </a:r>
            <a:endParaRPr sz="1800">
              <a:latin typeface="Times New Roman"/>
              <a:ea typeface="Times New Roman"/>
              <a:cs typeface="Times New Roman"/>
              <a:sym typeface="Times New Roman"/>
            </a:endParaRPr>
          </a:p>
        </p:txBody>
      </p:sp>
      <p:sp>
        <p:nvSpPr>
          <p:cNvPr id="283" name="Google Shape;283;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grpSp>
        <p:nvGrpSpPr>
          <p:cNvPr id="288" name="Google Shape;288;p30"/>
          <p:cNvGrpSpPr/>
          <p:nvPr/>
        </p:nvGrpSpPr>
        <p:grpSpPr>
          <a:xfrm>
            <a:off x="1375675" y="4387100"/>
            <a:ext cx="7890000" cy="0"/>
            <a:chOff x="2220050" y="1547100"/>
            <a:chExt cx="7890000" cy="0"/>
          </a:xfrm>
        </p:grpSpPr>
        <p:cxnSp>
          <p:nvCxnSpPr>
            <p:cNvPr id="289" name="Google Shape;289;p30"/>
            <p:cNvCxnSpPr/>
            <p:nvPr/>
          </p:nvCxnSpPr>
          <p:spPr>
            <a:xfrm>
              <a:off x="2220050" y="1547100"/>
              <a:ext cx="464400" cy="0"/>
            </a:xfrm>
            <a:prstGeom prst="straightConnector1">
              <a:avLst/>
            </a:prstGeom>
            <a:noFill/>
            <a:ln cap="flat" cmpd="sng" w="38100">
              <a:solidFill>
                <a:schemeClr val="dk1"/>
              </a:solidFill>
              <a:prstDash val="solid"/>
              <a:round/>
              <a:headEnd len="sm" w="sm" type="none"/>
              <a:tailEnd len="sm" w="sm" type="none"/>
            </a:ln>
          </p:spPr>
        </p:cxnSp>
        <p:cxnSp>
          <p:nvCxnSpPr>
            <p:cNvPr id="290" name="Google Shape;290;p30"/>
            <p:cNvCxnSpPr/>
            <p:nvPr/>
          </p:nvCxnSpPr>
          <p:spPr>
            <a:xfrm>
              <a:off x="2684450" y="1547100"/>
              <a:ext cx="7425600" cy="0"/>
            </a:xfrm>
            <a:prstGeom prst="straightConnector1">
              <a:avLst/>
            </a:prstGeom>
            <a:noFill/>
            <a:ln cap="flat" cmpd="sng" w="38100">
              <a:solidFill>
                <a:schemeClr val="dk1"/>
              </a:solidFill>
              <a:prstDash val="solid"/>
              <a:round/>
              <a:headEnd len="sm" w="sm" type="none"/>
              <a:tailEnd len="sm" w="sm" type="none"/>
            </a:ln>
          </p:spPr>
        </p:cxnSp>
      </p:grpSp>
      <p:graphicFrame>
        <p:nvGraphicFramePr>
          <p:cNvPr id="291" name="Google Shape;291;p30"/>
          <p:cNvGraphicFramePr/>
          <p:nvPr/>
        </p:nvGraphicFramePr>
        <p:xfrm>
          <a:off x="736150" y="576775"/>
          <a:ext cx="3000000" cy="3000000"/>
        </p:xfrm>
        <a:graphic>
          <a:graphicData uri="http://schemas.openxmlformats.org/drawingml/2006/table">
            <a:tbl>
              <a:tblPr>
                <a:noFill/>
                <a:tableStyleId>{C8842E9D-37C4-4CDF-AD42-9A848CDBACB3}</a:tableStyleId>
              </a:tblPr>
              <a:tblGrid>
                <a:gridCol w="2015575"/>
                <a:gridCol w="5874425"/>
              </a:tblGrid>
              <a:tr h="592400">
                <a:tc>
                  <a:txBody>
                    <a:bodyPr/>
                    <a:lstStyle/>
                    <a:p>
                      <a:pPr indent="0" lvl="0" marL="0" marR="0" rtl="0" algn="ctr">
                        <a:lnSpc>
                          <a:spcPct val="100000"/>
                        </a:lnSpc>
                        <a:spcBef>
                          <a:spcPts val="0"/>
                        </a:spcBef>
                        <a:spcAft>
                          <a:spcPts val="0"/>
                        </a:spcAft>
                        <a:buClr>
                          <a:srgbClr val="000000"/>
                        </a:buClr>
                        <a:buSzPts val="1900"/>
                        <a:buFont typeface="Arial"/>
                        <a:buNone/>
                      </a:pPr>
                      <a:r>
                        <a:rPr b="1" lang="en" sz="1900" u="none" cap="none" strike="noStrike">
                          <a:solidFill>
                            <a:srgbClr val="325D79"/>
                          </a:solidFill>
                          <a:latin typeface="Times New Roman"/>
                          <a:ea typeface="Times New Roman"/>
                          <a:cs typeface="Times New Roman"/>
                          <a:sym typeface="Times New Roman"/>
                        </a:rPr>
                        <a:t>Role</a:t>
                      </a:r>
                      <a:endParaRPr b="1" sz="1900" u="none" cap="none" strike="noStrike">
                        <a:solidFill>
                          <a:srgbClr val="325D79"/>
                        </a:solidFill>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b="1" lang="en" sz="1900" u="none" cap="none" strike="noStrike">
                          <a:solidFill>
                            <a:srgbClr val="325D79"/>
                          </a:solidFill>
                          <a:latin typeface="Times New Roman"/>
                          <a:ea typeface="Times New Roman"/>
                          <a:cs typeface="Times New Roman"/>
                          <a:sym typeface="Times New Roman"/>
                        </a:rPr>
                        <a:t>Pain Point</a:t>
                      </a:r>
                      <a:endParaRPr b="1" sz="1900" u="none" cap="none" strike="noStrike">
                        <a:solidFill>
                          <a:srgbClr val="325D79"/>
                        </a:solidFill>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92400">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Manual Testers</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Repetitive checks, Small layout or color changes cause false failures, fatigue</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92400">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Developers</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Broken or outdated test suites, Minor UI changes break large portions of test suites.</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92400">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QA Teams</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Slow feedback, limited test coverage</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92400">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Organizations</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latin typeface="Times New Roman"/>
                          <a:ea typeface="Times New Roman"/>
                          <a:cs typeface="Times New Roman"/>
                          <a:sym typeface="Times New Roman"/>
                        </a:rPr>
                        <a:t>Increased cost, delayed delivery cycles</a:t>
                      </a:r>
                      <a:endParaRPr sz="1900" u="none" cap="none" strike="noStrike">
                        <a:latin typeface="Times New Roman"/>
                        <a:ea typeface="Times New Roman"/>
                        <a:cs typeface="Times New Roman"/>
                        <a:sym typeface="Times New Roman"/>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92" name="Google Shape;292;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txBox="1"/>
          <p:nvPr>
            <p:ph type="title"/>
          </p:nvPr>
        </p:nvSpPr>
        <p:spPr>
          <a:xfrm>
            <a:off x="846875" y="2699650"/>
            <a:ext cx="43962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latin typeface="Times New Roman"/>
                <a:ea typeface="Times New Roman"/>
                <a:cs typeface="Times New Roman"/>
                <a:sym typeface="Times New Roman"/>
              </a:rPr>
              <a:t>Proposed Solution</a:t>
            </a:r>
            <a:endParaRPr sz="3800">
              <a:latin typeface="Times New Roman"/>
              <a:ea typeface="Times New Roman"/>
              <a:cs typeface="Times New Roman"/>
              <a:sym typeface="Times New Roman"/>
            </a:endParaRPr>
          </a:p>
        </p:txBody>
      </p:sp>
      <p:sp>
        <p:nvSpPr>
          <p:cNvPr id="298" name="Google Shape;298;p31"/>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02</a:t>
            </a:r>
            <a:endParaRPr>
              <a:latin typeface="Times New Roman"/>
              <a:ea typeface="Times New Roman"/>
              <a:cs typeface="Times New Roman"/>
              <a:sym typeface="Times New Roman"/>
            </a:endParaRPr>
          </a:p>
        </p:txBody>
      </p:sp>
      <p:grpSp>
        <p:nvGrpSpPr>
          <p:cNvPr id="299" name="Google Shape;299;p31"/>
          <p:cNvGrpSpPr/>
          <p:nvPr/>
        </p:nvGrpSpPr>
        <p:grpSpPr>
          <a:xfrm flipH="1">
            <a:off x="-93625" y="2521475"/>
            <a:ext cx="4993500" cy="0"/>
            <a:chOff x="2220050" y="1547100"/>
            <a:chExt cx="4993500" cy="0"/>
          </a:xfrm>
        </p:grpSpPr>
        <p:cxnSp>
          <p:nvCxnSpPr>
            <p:cNvPr id="300" name="Google Shape;300;p3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01" name="Google Shape;301;p31"/>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302" name="Google Shape;302;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2"/>
          <p:cNvSpPr txBox="1"/>
          <p:nvPr/>
        </p:nvSpPr>
        <p:spPr>
          <a:xfrm>
            <a:off x="550750" y="351975"/>
            <a:ext cx="6826200" cy="831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325D79"/>
                </a:solidFill>
                <a:latin typeface="Times New Roman"/>
                <a:ea typeface="Times New Roman"/>
                <a:cs typeface="Times New Roman"/>
                <a:sym typeface="Times New Roman"/>
              </a:rPr>
              <a:t>StateEye:</a:t>
            </a:r>
            <a:r>
              <a:rPr b="0" i="0" lang="en" sz="2100" u="none" cap="none" strike="noStrike">
                <a:solidFill>
                  <a:srgbClr val="000000"/>
                </a:solidFill>
                <a:latin typeface="Times New Roman"/>
                <a:ea typeface="Times New Roman"/>
                <a:cs typeface="Times New Roman"/>
                <a:sym typeface="Times New Roman"/>
              </a:rPr>
              <a:t> An intelligent, fragment-based regression testing tool inspired by “</a:t>
            </a:r>
            <a:r>
              <a:rPr b="1" i="0" lang="en" sz="2100" u="none" cap="none" strike="noStrike">
                <a:solidFill>
                  <a:schemeClr val="dk1"/>
                </a:solidFill>
                <a:latin typeface="Times New Roman"/>
                <a:ea typeface="Times New Roman"/>
                <a:cs typeface="Times New Roman"/>
                <a:sym typeface="Times New Roman"/>
              </a:rPr>
              <a:t>FRAGGEN”</a:t>
            </a:r>
            <a:endParaRPr b="1" i="0" sz="2100" u="none" cap="none" strike="noStrike">
              <a:solidFill>
                <a:schemeClr val="dk1"/>
              </a:solidFill>
              <a:latin typeface="Times New Roman"/>
              <a:ea typeface="Times New Roman"/>
              <a:cs typeface="Times New Roman"/>
              <a:sym typeface="Times New Roman"/>
            </a:endParaRPr>
          </a:p>
        </p:txBody>
      </p:sp>
      <p:sp>
        <p:nvSpPr>
          <p:cNvPr id="308" name="Google Shape;308;p32"/>
          <p:cNvSpPr txBox="1"/>
          <p:nvPr/>
        </p:nvSpPr>
        <p:spPr>
          <a:xfrm>
            <a:off x="472450" y="1406900"/>
            <a:ext cx="6904500" cy="26922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1200"/>
              </a:spcBef>
              <a:spcAft>
                <a:spcPts val="0"/>
              </a:spcAft>
              <a:buClr>
                <a:srgbClr val="000000"/>
              </a:buClr>
              <a:buSzPts val="1800"/>
              <a:buFont typeface="Times New Roman"/>
              <a:buChar char="●"/>
            </a:pPr>
            <a:r>
              <a:rPr b="0" i="0" lang="en" sz="1800" u="none" cap="none" strike="noStrike">
                <a:solidFill>
                  <a:srgbClr val="000000"/>
                </a:solidFill>
                <a:latin typeface="Times New Roman"/>
                <a:ea typeface="Times New Roman"/>
                <a:cs typeface="Times New Roman"/>
                <a:sym typeface="Times New Roman"/>
              </a:rPr>
              <a:t>StateEye addresses these limitations by introducing </a:t>
            </a:r>
            <a:r>
              <a:rPr b="1" i="0" lang="en" sz="1800" u="none" cap="none" strike="noStrike">
                <a:solidFill>
                  <a:srgbClr val="000000"/>
                </a:solidFill>
                <a:latin typeface="Times New Roman"/>
                <a:ea typeface="Times New Roman"/>
                <a:cs typeface="Times New Roman"/>
                <a:sym typeface="Times New Roman"/>
              </a:rPr>
              <a:t>fragmentation-based state abstraction</a:t>
            </a:r>
            <a:r>
              <a:rPr b="0" i="0" lang="en" sz="1800" u="none" cap="none" strike="noStrike">
                <a:solidFill>
                  <a:srgbClr val="000000"/>
                </a:solidFill>
                <a:latin typeface="Times New Roman"/>
                <a:ea typeface="Times New Roman"/>
                <a:cs typeface="Times New Roman"/>
                <a:sym typeface="Times New Roman"/>
              </a:rPr>
              <a:t> during model inference. It automatically analyzes and compares page fragments to determine state equivalence without relying on arbitrary similarity thresholds, enabling more precise models, better near-duplicate detection, and robust regression test suites suited for large-scale dynamic web applications.</a:t>
            </a:r>
            <a:endParaRPr b="0" i="0" sz="1800" u="none" cap="none" strike="noStrike">
              <a:solidFill>
                <a:srgbClr val="000000"/>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rgbClr val="000000"/>
              </a:buClr>
              <a:buSzPts val="1800"/>
              <a:buFont typeface="Times New Roman"/>
              <a:buChar char="●"/>
            </a:pPr>
            <a:r>
              <a:rPr b="0" i="0" lang="en" sz="1800" u="none" cap="none" strike="noStrike">
                <a:solidFill>
                  <a:srgbClr val="000000"/>
                </a:solidFill>
                <a:latin typeface="Times New Roman"/>
                <a:ea typeface="Times New Roman"/>
                <a:cs typeface="Times New Roman"/>
                <a:sym typeface="Times New Roman"/>
              </a:rPr>
              <a:t>Make regression testing faster, smarter and more precise.</a:t>
            </a:r>
            <a:endParaRPr b="0" i="0" sz="1800" u="none" cap="none" strike="noStrike">
              <a:solidFill>
                <a:srgbClr val="000000"/>
              </a:solidFill>
              <a:latin typeface="Times New Roman"/>
              <a:ea typeface="Times New Roman"/>
              <a:cs typeface="Times New Roman"/>
              <a:sym typeface="Times New Roman"/>
            </a:endParaRPr>
          </a:p>
        </p:txBody>
      </p:sp>
      <p:sp>
        <p:nvSpPr>
          <p:cNvPr id="309" name="Google Shape;309;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3"/>
          <p:cNvSpPr txBox="1"/>
          <p:nvPr>
            <p:ph type="title"/>
          </p:nvPr>
        </p:nvSpPr>
        <p:spPr>
          <a:xfrm>
            <a:off x="846875" y="2699650"/>
            <a:ext cx="43962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latin typeface="Times New Roman"/>
                <a:ea typeface="Times New Roman"/>
                <a:cs typeface="Times New Roman"/>
                <a:sym typeface="Times New Roman"/>
              </a:rPr>
              <a:t>Key Features</a:t>
            </a:r>
            <a:endParaRPr sz="3800">
              <a:latin typeface="Times New Roman"/>
              <a:ea typeface="Times New Roman"/>
              <a:cs typeface="Times New Roman"/>
              <a:sym typeface="Times New Roman"/>
            </a:endParaRPr>
          </a:p>
        </p:txBody>
      </p:sp>
      <p:sp>
        <p:nvSpPr>
          <p:cNvPr id="315" name="Google Shape;315;p33"/>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03</a:t>
            </a:r>
            <a:endParaRPr>
              <a:latin typeface="Times New Roman"/>
              <a:ea typeface="Times New Roman"/>
              <a:cs typeface="Times New Roman"/>
              <a:sym typeface="Times New Roman"/>
            </a:endParaRPr>
          </a:p>
        </p:txBody>
      </p:sp>
      <p:grpSp>
        <p:nvGrpSpPr>
          <p:cNvPr id="316" name="Google Shape;316;p33"/>
          <p:cNvGrpSpPr/>
          <p:nvPr/>
        </p:nvGrpSpPr>
        <p:grpSpPr>
          <a:xfrm flipH="1">
            <a:off x="-93625" y="2521475"/>
            <a:ext cx="4993500" cy="0"/>
            <a:chOff x="2220050" y="1547100"/>
            <a:chExt cx="4993500" cy="0"/>
          </a:xfrm>
        </p:grpSpPr>
        <p:cxnSp>
          <p:nvCxnSpPr>
            <p:cNvPr id="317" name="Google Shape;317;p3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18" name="Google Shape;318;p33"/>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319" name="Google Shape;319;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p:nvPr/>
        </p:nvSpPr>
        <p:spPr>
          <a:xfrm>
            <a:off x="945250" y="710275"/>
            <a:ext cx="2202900" cy="5607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Intelligent Web Exploration</a:t>
            </a:r>
            <a:endParaRPr b="1" i="0" sz="1600" u="none" cap="none" strike="noStrike">
              <a:solidFill>
                <a:schemeClr val="dk1"/>
              </a:solidFill>
              <a:latin typeface="Times New Roman"/>
              <a:ea typeface="Times New Roman"/>
              <a:cs typeface="Times New Roman"/>
              <a:sym typeface="Times New Roman"/>
            </a:endParaRPr>
          </a:p>
        </p:txBody>
      </p:sp>
      <p:sp>
        <p:nvSpPr>
          <p:cNvPr id="325" name="Google Shape;325;p34"/>
          <p:cNvSpPr txBox="1"/>
          <p:nvPr/>
        </p:nvSpPr>
        <p:spPr>
          <a:xfrm>
            <a:off x="551850" y="1353500"/>
            <a:ext cx="3107700" cy="11853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rgbClr val="000000"/>
              </a:buClr>
              <a:buSzPts val="1300"/>
              <a:buFont typeface="Times New Roman"/>
              <a:buChar char="●"/>
            </a:pPr>
            <a:r>
              <a:rPr b="0" i="0" lang="en" sz="1300" u="none" cap="none" strike="noStrike">
                <a:solidFill>
                  <a:srgbClr val="000000"/>
                </a:solidFill>
                <a:latin typeface="Times New Roman"/>
                <a:ea typeface="Times New Roman"/>
                <a:cs typeface="Times New Roman"/>
                <a:sym typeface="Times New Roman"/>
              </a:rPr>
              <a:t>Simulates user actions to discover new states in web apps.</a:t>
            </a:r>
            <a:endParaRPr b="0" i="0" sz="1300" u="none" cap="none" strike="noStrike">
              <a:solidFill>
                <a:srgbClr val="000000"/>
              </a:solidFill>
              <a:latin typeface="Times New Roman"/>
              <a:ea typeface="Times New Roman"/>
              <a:cs typeface="Times New Roman"/>
              <a:sym typeface="Times New Roman"/>
            </a:endParaRPr>
          </a:p>
          <a:p>
            <a:pPr indent="-311150" lvl="0" marL="457200" marR="0" rtl="0" algn="l">
              <a:lnSpc>
                <a:spcPct val="100000"/>
              </a:lnSpc>
              <a:spcBef>
                <a:spcPts val="0"/>
              </a:spcBef>
              <a:spcAft>
                <a:spcPts val="0"/>
              </a:spcAft>
              <a:buClr>
                <a:srgbClr val="000000"/>
              </a:buClr>
              <a:buSzPts val="1300"/>
              <a:buFont typeface="Arial"/>
              <a:buChar char="●"/>
            </a:pPr>
            <a:r>
              <a:rPr b="0" i="0" lang="en" sz="1300" u="none" cap="none" strike="noStrike">
                <a:solidFill>
                  <a:srgbClr val="000000"/>
                </a:solidFill>
                <a:latin typeface="Times New Roman"/>
                <a:ea typeface="Times New Roman"/>
                <a:cs typeface="Times New Roman"/>
                <a:sym typeface="Times New Roman"/>
              </a:rPr>
              <a:t>Supports </a:t>
            </a:r>
            <a:r>
              <a:rPr b="1" i="0" lang="en" sz="1300" u="none" cap="none" strike="noStrike">
                <a:solidFill>
                  <a:srgbClr val="000000"/>
                </a:solidFill>
                <a:latin typeface="Times New Roman"/>
                <a:ea typeface="Times New Roman"/>
                <a:cs typeface="Times New Roman"/>
                <a:sym typeface="Times New Roman"/>
              </a:rPr>
              <a:t>Automated Mode</a:t>
            </a:r>
            <a:r>
              <a:rPr b="0" i="0" lang="en" sz="1300" u="none" cap="none" strike="noStrike">
                <a:solidFill>
                  <a:srgbClr val="000000"/>
                </a:solidFill>
                <a:latin typeface="Times New Roman"/>
                <a:ea typeface="Times New Roman"/>
                <a:cs typeface="Times New Roman"/>
                <a:sym typeface="Times New Roman"/>
              </a:rPr>
              <a:t>: full automatic exploration and test generation.</a:t>
            </a:r>
            <a:endParaRPr b="0" i="0" sz="1300" u="none" cap="none" strike="noStrike">
              <a:solidFill>
                <a:srgbClr val="000000"/>
              </a:solidFill>
              <a:latin typeface="Times New Roman"/>
              <a:ea typeface="Times New Roman"/>
              <a:cs typeface="Times New Roman"/>
              <a:sym typeface="Times New Roman"/>
            </a:endParaRPr>
          </a:p>
        </p:txBody>
      </p:sp>
      <p:sp>
        <p:nvSpPr>
          <p:cNvPr id="326" name="Google Shape;326;p34"/>
          <p:cNvSpPr/>
          <p:nvPr/>
        </p:nvSpPr>
        <p:spPr>
          <a:xfrm>
            <a:off x="3989000" y="710275"/>
            <a:ext cx="1785000" cy="5607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Fragment-Level Analysis</a:t>
            </a:r>
            <a:endParaRPr b="1" i="0" sz="1600" u="none" cap="none" strike="noStrike">
              <a:solidFill>
                <a:schemeClr val="dk1"/>
              </a:solidFill>
              <a:latin typeface="Times New Roman"/>
              <a:ea typeface="Times New Roman"/>
              <a:cs typeface="Times New Roman"/>
              <a:sym typeface="Times New Roman"/>
            </a:endParaRPr>
          </a:p>
        </p:txBody>
      </p:sp>
      <p:sp>
        <p:nvSpPr>
          <p:cNvPr id="327" name="Google Shape;327;p34"/>
          <p:cNvSpPr txBox="1"/>
          <p:nvPr/>
        </p:nvSpPr>
        <p:spPr>
          <a:xfrm>
            <a:off x="3384200" y="1353500"/>
            <a:ext cx="3255300" cy="1185300"/>
          </a:xfrm>
          <a:prstGeom prst="rect">
            <a:avLst/>
          </a:prstGeom>
          <a:noFill/>
          <a:ln>
            <a:noFill/>
          </a:ln>
        </p:spPr>
        <p:txBody>
          <a:bodyPr anchorCtr="0" anchor="ctr" bIns="91425" lIns="91425" spcFirstLastPara="1" rIns="91425" wrap="square" tIns="91425">
            <a:noAutofit/>
          </a:bodyPr>
          <a:lstStyle/>
          <a:p>
            <a:pPr indent="-311150" lvl="0" marL="457200" marR="0" rtl="0" algn="l">
              <a:lnSpc>
                <a:spcPct val="100000"/>
              </a:lnSpc>
              <a:spcBef>
                <a:spcPts val="0"/>
              </a:spcBef>
              <a:spcAft>
                <a:spcPts val="0"/>
              </a:spcAft>
              <a:buClr>
                <a:srgbClr val="000000"/>
              </a:buClr>
              <a:buSzPts val="1300"/>
              <a:buFont typeface="Times New Roman"/>
              <a:buChar char="●"/>
            </a:pPr>
            <a:r>
              <a:rPr b="0" i="0" lang="en" sz="1300" u="none" cap="none" strike="noStrike">
                <a:solidFill>
                  <a:srgbClr val="000000"/>
                </a:solidFill>
                <a:latin typeface="Times New Roman"/>
                <a:ea typeface="Times New Roman"/>
                <a:cs typeface="Times New Roman"/>
                <a:sym typeface="Times New Roman"/>
              </a:rPr>
              <a:t>Compares page sections modularly for precise detection of functional changes.</a:t>
            </a:r>
            <a:endParaRPr b="0" i="0" sz="1300" u="none" cap="none" strike="noStrike">
              <a:solidFill>
                <a:srgbClr val="000000"/>
              </a:solidFill>
              <a:latin typeface="Times New Roman"/>
              <a:ea typeface="Times New Roman"/>
              <a:cs typeface="Times New Roman"/>
              <a:sym typeface="Times New Roman"/>
            </a:endParaRPr>
          </a:p>
          <a:p>
            <a:pPr indent="-311150" lvl="0" marL="457200" marR="0" rtl="0" algn="l">
              <a:lnSpc>
                <a:spcPct val="100000"/>
              </a:lnSpc>
              <a:spcBef>
                <a:spcPts val="0"/>
              </a:spcBef>
              <a:spcAft>
                <a:spcPts val="0"/>
              </a:spcAft>
              <a:buClr>
                <a:srgbClr val="000000"/>
              </a:buClr>
              <a:buSzPts val="1300"/>
              <a:buFont typeface="Times New Roman"/>
              <a:buChar char="●"/>
            </a:pPr>
            <a:r>
              <a:rPr b="0" i="0" lang="en" sz="1300" u="none" cap="none" strike="noStrike">
                <a:solidFill>
                  <a:srgbClr val="000000"/>
                </a:solidFill>
                <a:latin typeface="Times New Roman"/>
                <a:ea typeface="Times New Roman"/>
                <a:cs typeface="Times New Roman"/>
                <a:sym typeface="Times New Roman"/>
              </a:rPr>
              <a:t>Test oracles tolerate minor UI changes but detect real functional issues.</a:t>
            </a:r>
            <a:endParaRPr b="0" i="0" sz="1300" u="none" cap="none" strike="noStrike">
              <a:solidFill>
                <a:srgbClr val="000000"/>
              </a:solidFill>
              <a:latin typeface="Times New Roman"/>
              <a:ea typeface="Times New Roman"/>
              <a:cs typeface="Times New Roman"/>
              <a:sym typeface="Times New Roman"/>
            </a:endParaRPr>
          </a:p>
        </p:txBody>
      </p:sp>
      <p:sp>
        <p:nvSpPr>
          <p:cNvPr id="328" name="Google Shape;328;p34"/>
          <p:cNvSpPr/>
          <p:nvPr/>
        </p:nvSpPr>
        <p:spPr>
          <a:xfrm>
            <a:off x="6890225" y="710275"/>
            <a:ext cx="1785000" cy="5607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Near-duplicate detect</a:t>
            </a:r>
            <a:endParaRPr b="1" i="0" sz="1600" u="none" cap="none" strike="noStrike">
              <a:solidFill>
                <a:schemeClr val="dk1"/>
              </a:solidFill>
              <a:latin typeface="Times New Roman"/>
              <a:ea typeface="Times New Roman"/>
              <a:cs typeface="Times New Roman"/>
              <a:sym typeface="Times New Roman"/>
            </a:endParaRPr>
          </a:p>
        </p:txBody>
      </p:sp>
      <p:sp>
        <p:nvSpPr>
          <p:cNvPr id="329" name="Google Shape;329;p34"/>
          <p:cNvSpPr txBox="1"/>
          <p:nvPr/>
        </p:nvSpPr>
        <p:spPr>
          <a:xfrm>
            <a:off x="6639500" y="1353500"/>
            <a:ext cx="2143800" cy="7851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rgbClr val="000000"/>
              </a:buClr>
              <a:buSzPts val="1300"/>
              <a:buFont typeface="Times New Roman"/>
              <a:buChar char="●"/>
            </a:pPr>
            <a:r>
              <a:rPr b="0" i="0" lang="en" sz="1300" u="none" cap="none" strike="noStrike">
                <a:solidFill>
                  <a:srgbClr val="000000"/>
                </a:solidFill>
                <a:latin typeface="Times New Roman"/>
                <a:ea typeface="Times New Roman"/>
                <a:cs typeface="Times New Roman"/>
                <a:sym typeface="Times New Roman"/>
              </a:rPr>
              <a:t>Reduces redundant testing on near-duplicate pages</a:t>
            </a:r>
            <a:endParaRPr b="0" i="0" sz="1300" u="none" cap="none" strike="noStrike">
              <a:solidFill>
                <a:srgbClr val="000000"/>
              </a:solidFill>
              <a:latin typeface="Times New Roman"/>
              <a:ea typeface="Times New Roman"/>
              <a:cs typeface="Times New Roman"/>
              <a:sym typeface="Times New Roman"/>
            </a:endParaRPr>
          </a:p>
        </p:txBody>
      </p:sp>
      <p:sp>
        <p:nvSpPr>
          <p:cNvPr id="330" name="Google Shape;330;p34"/>
          <p:cNvSpPr/>
          <p:nvPr/>
        </p:nvSpPr>
        <p:spPr>
          <a:xfrm>
            <a:off x="1709025" y="2888600"/>
            <a:ext cx="2202900" cy="5607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Times New Roman"/>
                <a:ea typeface="Times New Roman"/>
                <a:cs typeface="Times New Roman"/>
                <a:sym typeface="Times New Roman"/>
              </a:rPr>
              <a:t>Manual Exploration</a:t>
            </a:r>
            <a:endParaRPr b="1" i="0" sz="1600" u="none" cap="none" strike="noStrike">
              <a:solidFill>
                <a:srgbClr val="000000"/>
              </a:solidFill>
              <a:latin typeface="Times New Roman"/>
              <a:ea typeface="Times New Roman"/>
              <a:cs typeface="Times New Roman"/>
              <a:sym typeface="Times New Roman"/>
            </a:endParaRPr>
          </a:p>
        </p:txBody>
      </p:sp>
      <p:sp>
        <p:nvSpPr>
          <p:cNvPr id="331" name="Google Shape;331;p34"/>
          <p:cNvSpPr txBox="1"/>
          <p:nvPr/>
        </p:nvSpPr>
        <p:spPr>
          <a:xfrm>
            <a:off x="1315625" y="3531825"/>
            <a:ext cx="3107700" cy="1046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Times New Roman"/>
              <a:buChar char="●"/>
            </a:pPr>
            <a:r>
              <a:rPr b="0" i="0" lang="en" sz="1400" u="none" cap="none" strike="noStrike">
                <a:solidFill>
                  <a:srgbClr val="000000"/>
                </a:solidFill>
                <a:latin typeface="Times New Roman"/>
                <a:ea typeface="Times New Roman"/>
                <a:cs typeface="Times New Roman"/>
                <a:sym typeface="Times New Roman"/>
              </a:rPr>
              <a:t>Highlight tested vs untested areas on web pages.</a:t>
            </a:r>
            <a:endParaRPr b="0" i="0" sz="1400" u="none" cap="none" strike="noStrike">
              <a:solidFill>
                <a:srgbClr val="000000"/>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00000"/>
              </a:buClr>
              <a:buSzPts val="1400"/>
              <a:buFont typeface="Times New Roman"/>
              <a:buChar char="●"/>
            </a:pPr>
            <a:r>
              <a:rPr b="0" i="0" lang="en" sz="1400" u="none" cap="none" strike="noStrike">
                <a:solidFill>
                  <a:srgbClr val="000000"/>
                </a:solidFill>
                <a:latin typeface="Times New Roman"/>
                <a:ea typeface="Times New Roman"/>
                <a:cs typeface="Times New Roman"/>
                <a:sym typeface="Times New Roman"/>
              </a:rPr>
              <a:t>Provide guidance for next steps to testers.</a:t>
            </a:r>
            <a:endParaRPr b="0" i="0" sz="1400" u="none" cap="none" strike="noStrike">
              <a:solidFill>
                <a:srgbClr val="000000"/>
              </a:solidFill>
              <a:latin typeface="Times New Roman"/>
              <a:ea typeface="Times New Roman"/>
              <a:cs typeface="Times New Roman"/>
              <a:sym typeface="Times New Roman"/>
            </a:endParaRPr>
          </a:p>
        </p:txBody>
      </p:sp>
      <p:sp>
        <p:nvSpPr>
          <p:cNvPr id="332" name="Google Shape;332;p34"/>
          <p:cNvSpPr/>
          <p:nvPr/>
        </p:nvSpPr>
        <p:spPr>
          <a:xfrm>
            <a:off x="5622675" y="2888600"/>
            <a:ext cx="2202900" cy="5607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Test Cases Generation</a:t>
            </a:r>
            <a:endParaRPr b="1" i="0" sz="1600" u="none" cap="none" strike="noStrike">
              <a:solidFill>
                <a:schemeClr val="dk1"/>
              </a:solidFill>
              <a:latin typeface="Times New Roman"/>
              <a:ea typeface="Times New Roman"/>
              <a:cs typeface="Times New Roman"/>
              <a:sym typeface="Times New Roman"/>
            </a:endParaRPr>
          </a:p>
        </p:txBody>
      </p:sp>
      <p:sp>
        <p:nvSpPr>
          <p:cNvPr id="333" name="Google Shape;333;p34"/>
          <p:cNvSpPr txBox="1"/>
          <p:nvPr/>
        </p:nvSpPr>
        <p:spPr>
          <a:xfrm>
            <a:off x="5371950" y="3531825"/>
            <a:ext cx="2555700" cy="7851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rgbClr val="000000"/>
              </a:buClr>
              <a:buSzPts val="1300"/>
              <a:buFont typeface="Times New Roman"/>
              <a:buChar char="●"/>
            </a:pPr>
            <a:r>
              <a:rPr b="0" i="0" lang="en" sz="1300" u="none" cap="none" strike="noStrike">
                <a:solidFill>
                  <a:srgbClr val="000000"/>
                </a:solidFill>
                <a:latin typeface="Times New Roman"/>
                <a:ea typeface="Times New Roman"/>
                <a:cs typeface="Times New Roman"/>
                <a:sym typeface="Times New Roman"/>
              </a:rPr>
              <a:t>Automatically generates stable regression test suites for future verification.</a:t>
            </a:r>
            <a:endParaRPr b="0" i="0" sz="1300" u="none" cap="none" strike="noStrike">
              <a:solidFill>
                <a:srgbClr val="000000"/>
              </a:solidFill>
              <a:latin typeface="Times New Roman"/>
              <a:ea typeface="Times New Roman"/>
              <a:cs typeface="Times New Roman"/>
              <a:sym typeface="Times New Roman"/>
            </a:endParaRPr>
          </a:p>
        </p:txBody>
      </p:sp>
      <p:sp>
        <p:nvSpPr>
          <p:cNvPr id="334" name="Google Shape;334;p34"/>
          <p:cNvSpPr txBox="1"/>
          <p:nvPr>
            <p:ph idx="12" type="sldNum"/>
          </p:nvPr>
        </p:nvSpPr>
        <p:spPr>
          <a:xfrm>
            <a:off x="8619009" y="465150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846875" y="2699650"/>
            <a:ext cx="4878000" cy="136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solidFill>
                  <a:srgbClr val="000000"/>
                </a:solidFill>
                <a:latin typeface="Times New Roman"/>
                <a:ea typeface="Times New Roman"/>
                <a:cs typeface="Times New Roman"/>
                <a:sym typeface="Times New Roman"/>
              </a:rPr>
              <a:t>Technologies &amp; Tools</a:t>
            </a:r>
            <a:endParaRPr sz="3800">
              <a:latin typeface="Times New Roman"/>
              <a:ea typeface="Times New Roman"/>
              <a:cs typeface="Times New Roman"/>
              <a:sym typeface="Times New Roman"/>
            </a:endParaRPr>
          </a:p>
        </p:txBody>
      </p:sp>
      <p:sp>
        <p:nvSpPr>
          <p:cNvPr id="340" name="Google Shape;340;p35"/>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04</a:t>
            </a:r>
            <a:endParaRPr>
              <a:latin typeface="Times New Roman"/>
              <a:ea typeface="Times New Roman"/>
              <a:cs typeface="Times New Roman"/>
              <a:sym typeface="Times New Roman"/>
            </a:endParaRPr>
          </a:p>
        </p:txBody>
      </p:sp>
      <p:grpSp>
        <p:nvGrpSpPr>
          <p:cNvPr id="341" name="Google Shape;341;p35"/>
          <p:cNvGrpSpPr/>
          <p:nvPr/>
        </p:nvGrpSpPr>
        <p:grpSpPr>
          <a:xfrm flipH="1">
            <a:off x="-93625" y="2521475"/>
            <a:ext cx="4993500" cy="0"/>
            <a:chOff x="2220050" y="1547100"/>
            <a:chExt cx="4993500" cy="0"/>
          </a:xfrm>
        </p:grpSpPr>
        <p:cxnSp>
          <p:nvCxnSpPr>
            <p:cNvPr id="342" name="Google Shape;342;p3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43" name="Google Shape;343;p35"/>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344" name="Google Shape;344;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aphicFrame>
        <p:nvGraphicFramePr>
          <p:cNvPr id="350" name="Google Shape;350;p36"/>
          <p:cNvGraphicFramePr/>
          <p:nvPr/>
        </p:nvGraphicFramePr>
        <p:xfrm>
          <a:off x="572738" y="581175"/>
          <a:ext cx="3000000" cy="3000000"/>
        </p:xfrm>
        <a:graphic>
          <a:graphicData uri="http://schemas.openxmlformats.org/drawingml/2006/table">
            <a:tbl>
              <a:tblPr>
                <a:noFill/>
                <a:tableStyleId>{8FA69476-A649-4B8E-8C35-1A79B500C539}</a:tableStyleId>
              </a:tblPr>
              <a:tblGrid>
                <a:gridCol w="2663500"/>
                <a:gridCol w="4906400"/>
              </a:tblGrid>
              <a:tr h="200025">
                <a:tc>
                  <a:txBody>
                    <a:bodyPr/>
                    <a:lstStyle/>
                    <a:p>
                      <a:pPr indent="0" lvl="0" marL="0" marR="0" rtl="0" algn="ctr">
                        <a:lnSpc>
                          <a:spcPct val="115000"/>
                        </a:lnSpc>
                        <a:spcBef>
                          <a:spcPts val="0"/>
                        </a:spcBef>
                        <a:spcAft>
                          <a:spcPts val="0"/>
                        </a:spcAft>
                        <a:buClr>
                          <a:srgbClr val="000000"/>
                        </a:buClr>
                        <a:buSzPts val="1500"/>
                        <a:buFont typeface="Arial"/>
                        <a:buNone/>
                      </a:pPr>
                      <a:r>
                        <a:rPr b="1" lang="en" sz="1500" u="none" cap="none" strike="noStrike">
                          <a:latin typeface="Times New Roman"/>
                          <a:ea typeface="Times New Roman"/>
                          <a:cs typeface="Times New Roman"/>
                          <a:sym typeface="Times New Roman"/>
                        </a:rPr>
                        <a:t>Component</a:t>
                      </a:r>
                      <a:endParaRPr b="1" sz="15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500"/>
                        <a:buFont typeface="Arial"/>
                        <a:buNone/>
                      </a:pPr>
                      <a:r>
                        <a:rPr b="1" lang="en" sz="1500" u="none" cap="none" strike="noStrike">
                          <a:latin typeface="Times New Roman"/>
                          <a:ea typeface="Times New Roman"/>
                          <a:cs typeface="Times New Roman"/>
                          <a:sym typeface="Times New Roman"/>
                        </a:rPr>
                        <a:t>Technology</a:t>
                      </a:r>
                      <a:endParaRPr b="1" sz="15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1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Browser Control</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Playwright</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GUI Framework</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Tkinter (built-in)</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1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Backend Language</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Python 3.9+, Java, JavaScript</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DOM Parsing</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lxml (fastest)</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1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Image Processing</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Pillow</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Tree Comparison</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difflib (simple) or APTED (accurate)</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1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Image Comparison</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NumPy + Pillow</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Database</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SQLite</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Storage</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JSON + SQLite</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7"/>
          <p:cNvSpPr txBox="1"/>
          <p:nvPr>
            <p:ph type="title"/>
          </p:nvPr>
        </p:nvSpPr>
        <p:spPr>
          <a:xfrm>
            <a:off x="1070500" y="2699650"/>
            <a:ext cx="24033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solidFill>
                  <a:srgbClr val="000000"/>
                </a:solidFill>
                <a:latin typeface="Times New Roman"/>
                <a:ea typeface="Times New Roman"/>
                <a:cs typeface="Times New Roman"/>
                <a:sym typeface="Times New Roman"/>
              </a:rPr>
              <a:t>Workflow</a:t>
            </a:r>
            <a:endParaRPr sz="3800">
              <a:latin typeface="Times New Roman"/>
              <a:ea typeface="Times New Roman"/>
              <a:cs typeface="Times New Roman"/>
              <a:sym typeface="Times New Roman"/>
            </a:endParaRPr>
          </a:p>
        </p:txBody>
      </p:sp>
      <p:sp>
        <p:nvSpPr>
          <p:cNvPr id="356" name="Google Shape;356;p37"/>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05</a:t>
            </a:r>
            <a:endParaRPr>
              <a:latin typeface="Times New Roman"/>
              <a:ea typeface="Times New Roman"/>
              <a:cs typeface="Times New Roman"/>
              <a:sym typeface="Times New Roman"/>
            </a:endParaRPr>
          </a:p>
        </p:txBody>
      </p:sp>
      <p:grpSp>
        <p:nvGrpSpPr>
          <p:cNvPr id="357" name="Google Shape;357;p37"/>
          <p:cNvGrpSpPr/>
          <p:nvPr/>
        </p:nvGrpSpPr>
        <p:grpSpPr>
          <a:xfrm flipH="1">
            <a:off x="-93625" y="2521475"/>
            <a:ext cx="4993500" cy="0"/>
            <a:chOff x="2220050" y="1547100"/>
            <a:chExt cx="4993500" cy="0"/>
          </a:xfrm>
        </p:grpSpPr>
        <p:cxnSp>
          <p:nvCxnSpPr>
            <p:cNvPr id="358" name="Google Shape;358;p37"/>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59" name="Google Shape;359;p37"/>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360" name="Google Shape;360;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366" name="Google Shape;366;p38"/>
          <p:cNvSpPr/>
          <p:nvPr/>
        </p:nvSpPr>
        <p:spPr>
          <a:xfrm>
            <a:off x="3285925" y="424900"/>
            <a:ext cx="1902300" cy="63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Times New Roman"/>
                <a:ea typeface="Times New Roman"/>
                <a:cs typeface="Times New Roman"/>
                <a:sym typeface="Times New Roman"/>
              </a:rPr>
              <a:t>User Input</a:t>
            </a:r>
            <a:endParaRPr b="1" i="0" sz="2300" u="none" cap="none" strike="noStrike">
              <a:solidFill>
                <a:srgbClr val="000000"/>
              </a:solidFill>
              <a:latin typeface="Times New Roman"/>
              <a:ea typeface="Times New Roman"/>
              <a:cs typeface="Times New Roman"/>
              <a:sym typeface="Times New Roman"/>
            </a:endParaRPr>
          </a:p>
        </p:txBody>
      </p:sp>
      <p:pic>
        <p:nvPicPr>
          <p:cNvPr id="367" name="Google Shape;367;p38" title="Screenshot 2026-02-25 234935.png"/>
          <p:cNvPicPr preferRelativeResize="0"/>
          <p:nvPr/>
        </p:nvPicPr>
        <p:blipFill rotWithShape="1">
          <a:blip r:embed="rId3">
            <a:alphaModFix/>
          </a:blip>
          <a:srcRect b="0" l="0" r="0" t="6524"/>
          <a:stretch/>
        </p:blipFill>
        <p:spPr>
          <a:xfrm>
            <a:off x="697000" y="1375425"/>
            <a:ext cx="7510249" cy="2888300"/>
          </a:xfrm>
          <a:prstGeom prst="rect">
            <a:avLst/>
          </a:prstGeom>
          <a:noFill/>
          <a:ln>
            <a:noFill/>
          </a:ln>
        </p:spPr>
      </p:pic>
      <p:sp>
        <p:nvSpPr>
          <p:cNvPr id="368" name="Google Shape;368;p38"/>
          <p:cNvSpPr txBox="1"/>
          <p:nvPr/>
        </p:nvSpPr>
        <p:spPr>
          <a:xfrm>
            <a:off x="2467475" y="4356250"/>
            <a:ext cx="43794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FF"/>
                </a:solidFill>
                <a:latin typeface="Times New Roman"/>
                <a:ea typeface="Times New Roman"/>
                <a:cs typeface="Times New Roman"/>
                <a:sym typeface="Times New Roman"/>
              </a:rPr>
              <a:t>[URL, Runtime, Max depth, Max states]</a:t>
            </a:r>
            <a:endParaRPr b="1" i="0" sz="18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374" name="Google Shape;374;p39"/>
          <p:cNvSpPr/>
          <p:nvPr/>
        </p:nvSpPr>
        <p:spPr>
          <a:xfrm>
            <a:off x="1897800" y="369025"/>
            <a:ext cx="5348400" cy="63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Times New Roman"/>
                <a:ea typeface="Times New Roman"/>
                <a:cs typeface="Times New Roman"/>
                <a:sym typeface="Times New Roman"/>
              </a:rPr>
              <a:t>Crawl &amp; Capture DOM &amp; Screenshot</a:t>
            </a:r>
            <a:endParaRPr b="1" i="0" sz="2300" u="none" cap="none" strike="noStrike">
              <a:solidFill>
                <a:srgbClr val="000000"/>
              </a:solidFill>
              <a:latin typeface="Times New Roman"/>
              <a:ea typeface="Times New Roman"/>
              <a:cs typeface="Times New Roman"/>
              <a:sym typeface="Times New Roman"/>
            </a:endParaRPr>
          </a:p>
        </p:txBody>
      </p:sp>
      <p:pic>
        <p:nvPicPr>
          <p:cNvPr id="375" name="Google Shape;375;p39" title="Screenshot 2026-02-25 235712.png"/>
          <p:cNvPicPr preferRelativeResize="0"/>
          <p:nvPr/>
        </p:nvPicPr>
        <p:blipFill rotWithShape="1">
          <a:blip r:embed="rId3">
            <a:alphaModFix/>
          </a:blip>
          <a:srcRect b="0" l="0" r="0" t="0"/>
          <a:stretch/>
        </p:blipFill>
        <p:spPr>
          <a:xfrm>
            <a:off x="1701625" y="1229838"/>
            <a:ext cx="1628775" cy="3314700"/>
          </a:xfrm>
          <a:prstGeom prst="rect">
            <a:avLst/>
          </a:prstGeom>
          <a:noFill/>
          <a:ln>
            <a:noFill/>
          </a:ln>
        </p:spPr>
      </p:pic>
      <p:pic>
        <p:nvPicPr>
          <p:cNvPr id="376" name="Google Shape;376;p39" title="Screenshot 2026-02-26 002009.png"/>
          <p:cNvPicPr preferRelativeResize="0"/>
          <p:nvPr/>
        </p:nvPicPr>
        <p:blipFill rotWithShape="1">
          <a:blip r:embed="rId4">
            <a:alphaModFix/>
          </a:blip>
          <a:srcRect b="0" l="0" r="34597" t="0"/>
          <a:stretch/>
        </p:blipFill>
        <p:spPr>
          <a:xfrm>
            <a:off x="3828625" y="1758488"/>
            <a:ext cx="3417575" cy="2257425"/>
          </a:xfrm>
          <a:prstGeom prst="rect">
            <a:avLst/>
          </a:prstGeom>
          <a:noFill/>
          <a:ln>
            <a:noFill/>
          </a:ln>
        </p:spPr>
      </p:pic>
      <p:sp>
        <p:nvSpPr>
          <p:cNvPr id="377" name="Google Shape;377;p39"/>
          <p:cNvSpPr txBox="1"/>
          <p:nvPr/>
        </p:nvSpPr>
        <p:spPr>
          <a:xfrm>
            <a:off x="4875913" y="4246400"/>
            <a:ext cx="13230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FF"/>
                </a:solidFill>
                <a:latin typeface="Times New Roman"/>
                <a:ea typeface="Times New Roman"/>
                <a:cs typeface="Times New Roman"/>
                <a:sym typeface="Times New Roman"/>
              </a:rPr>
              <a:t>[Playwright]</a:t>
            </a:r>
            <a:endParaRPr b="1" i="0" sz="16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383" name="Google Shape;383;p40"/>
          <p:cNvSpPr/>
          <p:nvPr/>
        </p:nvSpPr>
        <p:spPr>
          <a:xfrm>
            <a:off x="2802863" y="350350"/>
            <a:ext cx="3149700" cy="63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Times New Roman"/>
                <a:ea typeface="Times New Roman"/>
                <a:cs typeface="Times New Roman"/>
                <a:sym typeface="Times New Roman"/>
              </a:rPr>
              <a:t>Fragmentation (VIPS)</a:t>
            </a:r>
            <a:endParaRPr b="1" i="0" sz="2300" u="none" cap="none" strike="noStrike">
              <a:solidFill>
                <a:srgbClr val="000000"/>
              </a:solidFill>
              <a:latin typeface="Times New Roman"/>
              <a:ea typeface="Times New Roman"/>
              <a:cs typeface="Times New Roman"/>
              <a:sym typeface="Times New Roman"/>
            </a:endParaRPr>
          </a:p>
        </p:txBody>
      </p:sp>
      <p:pic>
        <p:nvPicPr>
          <p:cNvPr id="384" name="Google Shape;384;p40" title="Screenshot 2026-02-26 002312.png"/>
          <p:cNvPicPr preferRelativeResize="0"/>
          <p:nvPr/>
        </p:nvPicPr>
        <p:blipFill rotWithShape="1">
          <a:blip r:embed="rId3">
            <a:alphaModFix/>
          </a:blip>
          <a:srcRect b="20666" l="0" r="0" t="0"/>
          <a:stretch/>
        </p:blipFill>
        <p:spPr>
          <a:xfrm>
            <a:off x="1236200" y="1330800"/>
            <a:ext cx="1977125" cy="3119550"/>
          </a:xfrm>
          <a:prstGeom prst="rect">
            <a:avLst/>
          </a:prstGeom>
          <a:noFill/>
          <a:ln>
            <a:noFill/>
          </a:ln>
        </p:spPr>
      </p:pic>
      <p:sp>
        <p:nvSpPr>
          <p:cNvPr id="385" name="Google Shape;385;p40"/>
          <p:cNvSpPr txBox="1"/>
          <p:nvPr/>
        </p:nvSpPr>
        <p:spPr>
          <a:xfrm>
            <a:off x="6300300" y="2571750"/>
            <a:ext cx="1831500" cy="8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FF"/>
                </a:solidFill>
                <a:latin typeface="Times New Roman"/>
                <a:ea typeface="Times New Roman"/>
                <a:cs typeface="Times New Roman"/>
                <a:sym typeface="Times New Roman"/>
              </a:rPr>
              <a:t>[Vision based page segmentation]</a:t>
            </a:r>
            <a:endParaRPr b="1" i="0" sz="1600" u="none" cap="none" strike="noStrike">
              <a:solidFill>
                <a:srgbClr val="0000FF"/>
              </a:solidFill>
              <a:latin typeface="Times New Roman"/>
              <a:ea typeface="Times New Roman"/>
              <a:cs typeface="Times New Roman"/>
              <a:sym typeface="Times New Roman"/>
            </a:endParaRPr>
          </a:p>
        </p:txBody>
      </p:sp>
      <p:pic>
        <p:nvPicPr>
          <p:cNvPr id="386" name="Google Shape;386;p40" title="Screenshot 2026-02-26 001647.png"/>
          <p:cNvPicPr preferRelativeResize="0"/>
          <p:nvPr/>
        </p:nvPicPr>
        <p:blipFill rotWithShape="1">
          <a:blip r:embed="rId4">
            <a:alphaModFix/>
          </a:blip>
          <a:srcRect b="0" l="0" r="0" t="0"/>
          <a:stretch/>
        </p:blipFill>
        <p:spPr>
          <a:xfrm>
            <a:off x="3658863" y="1233225"/>
            <a:ext cx="2293716" cy="3314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392" name="Google Shape;392;p41"/>
          <p:cNvSpPr txBox="1"/>
          <p:nvPr/>
        </p:nvSpPr>
        <p:spPr>
          <a:xfrm>
            <a:off x="3112200" y="242250"/>
            <a:ext cx="20001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sng" cap="none" strike="noStrike">
                <a:solidFill>
                  <a:srgbClr val="000000"/>
                </a:solidFill>
                <a:latin typeface="Times New Roman"/>
                <a:ea typeface="Times New Roman"/>
                <a:cs typeface="Times New Roman"/>
                <a:sym typeface="Times New Roman"/>
              </a:rPr>
              <a:t>VIPS</a:t>
            </a:r>
            <a:endParaRPr b="0" i="0" sz="1400" u="sng" cap="none" strike="noStrike">
              <a:solidFill>
                <a:srgbClr val="000000"/>
              </a:solidFill>
              <a:latin typeface="Arial"/>
              <a:ea typeface="Arial"/>
              <a:cs typeface="Arial"/>
              <a:sym typeface="Arial"/>
            </a:endParaRPr>
          </a:p>
        </p:txBody>
      </p:sp>
      <p:sp>
        <p:nvSpPr>
          <p:cNvPr id="393" name="Google Shape;393;p41"/>
          <p:cNvSpPr txBox="1"/>
          <p:nvPr/>
        </p:nvSpPr>
        <p:spPr>
          <a:xfrm>
            <a:off x="790250" y="781050"/>
            <a:ext cx="7081500" cy="37644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Times New Roman"/>
              <a:buChar char="●"/>
            </a:pPr>
            <a:r>
              <a:rPr b="0" i="0" lang="en" sz="1500" u="none" cap="none" strike="noStrike">
                <a:solidFill>
                  <a:schemeClr val="dk1"/>
                </a:solidFill>
                <a:latin typeface="Times New Roman"/>
                <a:ea typeface="Times New Roman"/>
                <a:cs typeface="Times New Roman"/>
                <a:sym typeface="Times New Roman"/>
              </a:rPr>
              <a:t>Where to Cut (HTML Tags, Block, Visual Separator)</a:t>
            </a:r>
            <a:endParaRPr b="0" i="0" sz="15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 N fragment identified</a:t>
            </a:r>
            <a:endParaRPr b="0" i="0" sz="1500" u="none" cap="none" strike="noStrike">
              <a:solidFill>
                <a:schemeClr val="dk1"/>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dk1"/>
              </a:buClr>
              <a:buSzPts val="1500"/>
              <a:buFont typeface="Times New Roman"/>
              <a:buChar char="●"/>
            </a:pPr>
            <a:r>
              <a:rPr b="0" i="0" lang="en" sz="1500" u="none" cap="none" strike="noStrike">
                <a:solidFill>
                  <a:schemeClr val="dk1"/>
                </a:solidFill>
                <a:latin typeface="Times New Roman"/>
                <a:ea typeface="Times New Roman"/>
                <a:cs typeface="Times New Roman"/>
                <a:sym typeface="Times New Roman"/>
              </a:rPr>
              <a:t>Get Fragment Positions (Coordinates)</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Fragment 1 (Header): {x: 0, y: 0, width: 1920, height: 80} </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Fragment 2 (Logo): {x: 10, y: 10, width: 150, height: 60}</a:t>
            </a:r>
            <a:endParaRPr b="0" i="0" sz="1500" u="none" cap="none" strike="noStrike">
              <a:solidFill>
                <a:schemeClr val="dk1"/>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dk1"/>
              </a:buClr>
              <a:buSzPts val="1500"/>
              <a:buFont typeface="Times New Roman"/>
              <a:buChar char="●"/>
            </a:pPr>
            <a:r>
              <a:rPr b="0" i="0" lang="en" sz="1500" u="none" cap="none" strike="noStrike">
                <a:solidFill>
                  <a:schemeClr val="dk1"/>
                </a:solidFill>
                <a:latin typeface="Times New Roman"/>
                <a:ea typeface="Times New Roman"/>
                <a:cs typeface="Times New Roman"/>
                <a:sym typeface="Times New Roman"/>
              </a:rPr>
              <a:t>Parent-Child Relationships</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Body (root) ├─ Header</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 Nav </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 Main</a:t>
            </a:r>
            <a:endParaRPr b="0" i="0" sz="1500" u="none" cap="none" strike="noStrike">
              <a:solidFill>
                <a:schemeClr val="dk1"/>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dk1"/>
              </a:buClr>
              <a:buSzPts val="1500"/>
              <a:buFont typeface="Times New Roman"/>
              <a:buChar char="●"/>
            </a:pPr>
            <a:r>
              <a:rPr b="0" i="0" lang="en" sz="1500" u="none" cap="none" strike="noStrike">
                <a:solidFill>
                  <a:schemeClr val="dk1"/>
                </a:solidFill>
                <a:latin typeface="Times New Roman"/>
                <a:ea typeface="Times New Roman"/>
                <a:cs typeface="Times New Roman"/>
                <a:sym typeface="Times New Roman"/>
              </a:rPr>
              <a:t>Crop images</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Header crop: full_image.crop((0, 0, 1920, 80))</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Nav crop: full_image.crop((200, 10, 1000, 70))</a:t>
            </a:r>
            <a:endParaRPr b="0" i="0" sz="1500" u="none" cap="none" strike="noStrike">
              <a:solidFill>
                <a:schemeClr val="dk1"/>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dk1"/>
              </a:buClr>
              <a:buSzPts val="1500"/>
              <a:buFont typeface="Times New Roman"/>
              <a:buChar char="●"/>
            </a:pPr>
            <a:r>
              <a:rPr b="0" i="0" lang="en" sz="1500" u="none" cap="none" strike="noStrike">
                <a:solidFill>
                  <a:schemeClr val="dk1"/>
                </a:solidFill>
                <a:latin typeface="Times New Roman"/>
                <a:ea typeface="Times New Roman"/>
                <a:cs typeface="Times New Roman"/>
                <a:sym typeface="Times New Roman"/>
              </a:rPr>
              <a:t>Extract DOM (Header DOM: &lt;header&gt;...&lt;/header&gt; (includes nav))</a:t>
            </a:r>
            <a:endParaRPr b="0" i="0" sz="1500" u="none" cap="none" strike="noStrike">
              <a:solidFill>
                <a:schemeClr val="dk1"/>
              </a:solidFill>
              <a:latin typeface="Times New Roman"/>
              <a:ea typeface="Times New Roman"/>
              <a:cs typeface="Times New Roman"/>
              <a:sym typeface="Times New Roman"/>
            </a:endParaRPr>
          </a:p>
          <a:p>
            <a:pPr indent="-323850" lvl="0" marL="457200" marR="0" rtl="0" algn="l">
              <a:lnSpc>
                <a:spcPct val="100000"/>
              </a:lnSpc>
              <a:spcBef>
                <a:spcPts val="0"/>
              </a:spcBef>
              <a:spcAft>
                <a:spcPts val="0"/>
              </a:spcAft>
              <a:buClr>
                <a:schemeClr val="dk1"/>
              </a:buClr>
              <a:buSzPts val="1500"/>
              <a:buFont typeface="Times New Roman"/>
              <a:buChar char="●"/>
            </a:pPr>
            <a:r>
              <a:rPr b="0" i="0" lang="en" sz="1500" u="none" cap="none" strike="noStrike">
                <a:solidFill>
                  <a:schemeClr val="dk1"/>
                </a:solidFill>
                <a:latin typeface="Times New Roman"/>
                <a:ea typeface="Times New Roman"/>
                <a:cs typeface="Times New Roman"/>
                <a:sym typeface="Times New Roman"/>
              </a:rPr>
              <a:t>Calculate hashes</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Header DOM hash: "a3f2e1b9"</a:t>
            </a:r>
            <a:endParaRPr b="0" i="0" sz="15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Times New Roman"/>
                <a:ea typeface="Times New Roman"/>
                <a:cs typeface="Times New Roman"/>
                <a:sym typeface="Times New Roman"/>
              </a:rPr>
              <a:t>- Header visual hash: "e7c9d2a1"</a:t>
            </a:r>
            <a:endParaRPr b="0" i="0" sz="15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399" name="Google Shape;399;p42"/>
          <p:cNvSpPr/>
          <p:nvPr/>
        </p:nvSpPr>
        <p:spPr>
          <a:xfrm>
            <a:off x="2802875" y="443750"/>
            <a:ext cx="3149700" cy="63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Times New Roman"/>
                <a:ea typeface="Times New Roman"/>
                <a:cs typeface="Times New Roman"/>
                <a:sym typeface="Times New Roman"/>
              </a:rPr>
              <a:t>Classification</a:t>
            </a:r>
            <a:endParaRPr b="1" i="0" sz="2300" u="none" cap="none" strike="noStrike">
              <a:solidFill>
                <a:srgbClr val="000000"/>
              </a:solidFill>
              <a:latin typeface="Times New Roman"/>
              <a:ea typeface="Times New Roman"/>
              <a:cs typeface="Times New Roman"/>
              <a:sym typeface="Times New Roman"/>
            </a:endParaRPr>
          </a:p>
        </p:txBody>
      </p:sp>
      <p:pic>
        <p:nvPicPr>
          <p:cNvPr id="400" name="Google Shape;400;p42" title="Screenshot 2026-02-26 002346.png"/>
          <p:cNvPicPr preferRelativeResize="0"/>
          <p:nvPr/>
        </p:nvPicPr>
        <p:blipFill rotWithShape="1">
          <a:blip r:embed="rId3">
            <a:alphaModFix/>
          </a:blip>
          <a:srcRect b="0" l="0" r="0" t="0"/>
          <a:stretch/>
        </p:blipFill>
        <p:spPr>
          <a:xfrm>
            <a:off x="734425" y="1485775"/>
            <a:ext cx="7286625" cy="722900"/>
          </a:xfrm>
          <a:prstGeom prst="rect">
            <a:avLst/>
          </a:prstGeom>
          <a:noFill/>
          <a:ln>
            <a:noFill/>
          </a:ln>
        </p:spPr>
      </p:pic>
      <p:pic>
        <p:nvPicPr>
          <p:cNvPr id="401" name="Google Shape;401;p42" title="Screenshot 2026-02-26 002535.png"/>
          <p:cNvPicPr preferRelativeResize="0"/>
          <p:nvPr/>
        </p:nvPicPr>
        <p:blipFill rotWithShape="1">
          <a:blip r:embed="rId4">
            <a:alphaModFix/>
          </a:blip>
          <a:srcRect b="0" l="0" r="0" t="0"/>
          <a:stretch/>
        </p:blipFill>
        <p:spPr>
          <a:xfrm>
            <a:off x="1593875" y="2361075"/>
            <a:ext cx="5267899" cy="2192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407" name="Google Shape;407;p43" title="Screenshot 2026-02-26 013039.png"/>
          <p:cNvPicPr preferRelativeResize="0"/>
          <p:nvPr/>
        </p:nvPicPr>
        <p:blipFill rotWithShape="1">
          <a:blip r:embed="rId3">
            <a:alphaModFix/>
          </a:blip>
          <a:srcRect b="0" l="6050" r="0" t="4879"/>
          <a:stretch/>
        </p:blipFill>
        <p:spPr>
          <a:xfrm>
            <a:off x="1781775" y="175100"/>
            <a:ext cx="5103275" cy="4697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13" name="Google Shape;413;p44"/>
          <p:cNvSpPr/>
          <p:nvPr/>
        </p:nvSpPr>
        <p:spPr>
          <a:xfrm>
            <a:off x="2802875" y="443750"/>
            <a:ext cx="3149700" cy="63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Times New Roman"/>
                <a:ea typeface="Times New Roman"/>
                <a:cs typeface="Times New Roman"/>
                <a:sym typeface="Times New Roman"/>
              </a:rPr>
              <a:t>Test case generation</a:t>
            </a:r>
            <a:endParaRPr b="1" i="0" sz="2300" u="none" cap="none" strike="noStrike">
              <a:solidFill>
                <a:srgbClr val="000000"/>
              </a:solidFill>
              <a:latin typeface="Times New Roman"/>
              <a:ea typeface="Times New Roman"/>
              <a:cs typeface="Times New Roman"/>
              <a:sym typeface="Times New Roman"/>
            </a:endParaRPr>
          </a:p>
        </p:txBody>
      </p:sp>
      <p:sp>
        <p:nvSpPr>
          <p:cNvPr id="414" name="Google Shape;414;p44"/>
          <p:cNvSpPr txBox="1"/>
          <p:nvPr/>
        </p:nvSpPr>
        <p:spPr>
          <a:xfrm>
            <a:off x="922650" y="1490500"/>
            <a:ext cx="4785600" cy="971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Times New Roman"/>
              <a:buChar char="●"/>
            </a:pPr>
            <a:r>
              <a:rPr b="0" i="0" lang="en" sz="1600" u="none" cap="none" strike="noStrike">
                <a:solidFill>
                  <a:schemeClr val="dk1"/>
                </a:solidFill>
                <a:latin typeface="Times New Roman"/>
                <a:ea typeface="Times New Roman"/>
                <a:cs typeface="Times New Roman"/>
                <a:sym typeface="Times New Roman"/>
              </a:rPr>
              <a:t>Keep Distinct &amp; Nd3 in state graph</a:t>
            </a:r>
            <a:endParaRPr b="0" i="0" sz="1600" u="none" cap="none" strike="noStrike">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b="0" i="0" lang="en" sz="1600" u="none" cap="none" strike="noStrike">
                <a:solidFill>
                  <a:schemeClr val="dk1"/>
                </a:solidFill>
                <a:latin typeface="Times New Roman"/>
                <a:ea typeface="Times New Roman"/>
                <a:cs typeface="Times New Roman"/>
                <a:sym typeface="Times New Roman"/>
              </a:rPr>
              <a:t>Discard clone and Nd2 from state graph</a:t>
            </a:r>
            <a:endParaRPr b="0" i="0" sz="1600" u="none" cap="none" strike="noStrike">
              <a:solidFill>
                <a:schemeClr val="dk1"/>
              </a:solidFill>
              <a:latin typeface="Times New Roman"/>
              <a:ea typeface="Times New Roman"/>
              <a:cs typeface="Times New Roman"/>
              <a:sym typeface="Times New Roman"/>
            </a:endParaRPr>
          </a:p>
        </p:txBody>
      </p:sp>
      <p:pic>
        <p:nvPicPr>
          <p:cNvPr id="415" name="Google Shape;415;p44" title="Screenshot 2026-02-26 014032.png"/>
          <p:cNvPicPr preferRelativeResize="0"/>
          <p:nvPr/>
        </p:nvPicPr>
        <p:blipFill rotWithShape="1">
          <a:blip r:embed="rId3">
            <a:alphaModFix/>
          </a:blip>
          <a:srcRect b="0" l="0" r="0" t="0"/>
          <a:stretch/>
        </p:blipFill>
        <p:spPr>
          <a:xfrm>
            <a:off x="1571825" y="2366325"/>
            <a:ext cx="4785674" cy="1905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21" name="Google Shape;421;p45"/>
          <p:cNvSpPr/>
          <p:nvPr/>
        </p:nvSpPr>
        <p:spPr>
          <a:xfrm>
            <a:off x="2802863" y="499775"/>
            <a:ext cx="3149700" cy="63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Times New Roman"/>
                <a:ea typeface="Times New Roman"/>
                <a:cs typeface="Times New Roman"/>
                <a:sym typeface="Times New Roman"/>
              </a:rPr>
              <a:t>Manual Testing</a:t>
            </a:r>
            <a:endParaRPr b="1" i="0" sz="2300" u="none" cap="none" strike="noStrike">
              <a:solidFill>
                <a:srgbClr val="000000"/>
              </a:solidFill>
              <a:latin typeface="Times New Roman"/>
              <a:ea typeface="Times New Roman"/>
              <a:cs typeface="Times New Roman"/>
              <a:sym typeface="Times New Roman"/>
            </a:endParaRPr>
          </a:p>
        </p:txBody>
      </p:sp>
      <p:pic>
        <p:nvPicPr>
          <p:cNvPr id="422" name="Google Shape;422;p45" title="Screenshot 2026-02-26 014244.png"/>
          <p:cNvPicPr preferRelativeResize="0"/>
          <p:nvPr/>
        </p:nvPicPr>
        <p:blipFill rotWithShape="1">
          <a:blip r:embed="rId3">
            <a:alphaModFix/>
          </a:blip>
          <a:srcRect b="0" l="0" r="0" t="0"/>
          <a:stretch/>
        </p:blipFill>
        <p:spPr>
          <a:xfrm>
            <a:off x="978625" y="1659600"/>
            <a:ext cx="6798224" cy="2619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6"/>
          <p:cNvSpPr txBox="1"/>
          <p:nvPr>
            <p:ph type="title"/>
          </p:nvPr>
        </p:nvSpPr>
        <p:spPr>
          <a:xfrm>
            <a:off x="1191075" y="2709475"/>
            <a:ext cx="2576700" cy="77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solidFill>
                  <a:srgbClr val="000000"/>
                </a:solidFill>
                <a:latin typeface="Times New Roman"/>
                <a:ea typeface="Times New Roman"/>
                <a:cs typeface="Times New Roman"/>
                <a:sym typeface="Times New Roman"/>
              </a:rPr>
              <a:t>Timeline</a:t>
            </a:r>
            <a:endParaRPr sz="3800">
              <a:latin typeface="Times New Roman"/>
              <a:ea typeface="Times New Roman"/>
              <a:cs typeface="Times New Roman"/>
              <a:sym typeface="Times New Roman"/>
            </a:endParaRPr>
          </a:p>
        </p:txBody>
      </p:sp>
      <p:sp>
        <p:nvSpPr>
          <p:cNvPr id="428" name="Google Shape;428;p46"/>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06</a:t>
            </a:r>
            <a:endParaRPr>
              <a:latin typeface="Times New Roman"/>
              <a:ea typeface="Times New Roman"/>
              <a:cs typeface="Times New Roman"/>
              <a:sym typeface="Times New Roman"/>
            </a:endParaRPr>
          </a:p>
        </p:txBody>
      </p:sp>
      <p:grpSp>
        <p:nvGrpSpPr>
          <p:cNvPr id="429" name="Google Shape;429;p46"/>
          <p:cNvGrpSpPr/>
          <p:nvPr/>
        </p:nvGrpSpPr>
        <p:grpSpPr>
          <a:xfrm flipH="1">
            <a:off x="-93625" y="2521475"/>
            <a:ext cx="4993500" cy="0"/>
            <a:chOff x="2220050" y="1547100"/>
            <a:chExt cx="4993500" cy="0"/>
          </a:xfrm>
        </p:grpSpPr>
        <p:cxnSp>
          <p:nvCxnSpPr>
            <p:cNvPr id="430" name="Google Shape;430;p46"/>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31" name="Google Shape;431;p46"/>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432" name="Google Shape;432;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aphicFrame>
        <p:nvGraphicFramePr>
          <p:cNvPr id="438" name="Google Shape;438;p47"/>
          <p:cNvGraphicFramePr/>
          <p:nvPr/>
        </p:nvGraphicFramePr>
        <p:xfrm>
          <a:off x="834450" y="198350"/>
          <a:ext cx="3000000" cy="3000000"/>
        </p:xfrm>
        <a:graphic>
          <a:graphicData uri="http://schemas.openxmlformats.org/drawingml/2006/table">
            <a:tbl>
              <a:tblPr>
                <a:noFill/>
                <a:tableStyleId>{C8842E9D-37C4-4CDF-AD42-9A848CDBACB3}</a:tableStyleId>
              </a:tblPr>
              <a:tblGrid>
                <a:gridCol w="1351075"/>
                <a:gridCol w="677875"/>
                <a:gridCol w="1073500"/>
                <a:gridCol w="817800"/>
                <a:gridCol w="1053825"/>
                <a:gridCol w="1034125"/>
                <a:gridCol w="89647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Task</a:t>
                      </a:r>
                      <a:endParaRPr b="1"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Week</a:t>
                      </a:r>
                      <a:endParaRPr b="1"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September</a:t>
                      </a:r>
                      <a:endParaRPr b="1"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October</a:t>
                      </a:r>
                      <a:endParaRPr b="1"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November</a:t>
                      </a:r>
                      <a:endParaRPr b="1"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December</a:t>
                      </a:r>
                      <a:endParaRPr b="1"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Times New Roman"/>
                          <a:ea typeface="Times New Roman"/>
                          <a:cs typeface="Times New Roman"/>
                          <a:sym typeface="Times New Roman"/>
                        </a:rPr>
                        <a:t>January</a:t>
                      </a:r>
                      <a:endParaRPr b="1" sz="1400" u="none" cap="none" strike="noStrike">
                        <a:latin typeface="Times New Roman"/>
                        <a:ea typeface="Times New Roman"/>
                        <a:cs typeface="Times New Roman"/>
                        <a:sym typeface="Times New Roman"/>
                      </a:endParaRPr>
                    </a:p>
                  </a:txBody>
                  <a:tcPr marT="91425" marB="91425" marR="91425" marL="1143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E9ED"/>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Prerequisite Knowledge</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Project Initialization</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Proposal Writing</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SRS</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Tool Design</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Tool Development</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6</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Tool Testing</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Final Report</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cxnSp>
        <p:nvCxnSpPr>
          <p:cNvPr id="439" name="Google Shape;439;p47"/>
          <p:cNvCxnSpPr/>
          <p:nvPr/>
        </p:nvCxnSpPr>
        <p:spPr>
          <a:xfrm>
            <a:off x="3364525" y="877475"/>
            <a:ext cx="570300" cy="0"/>
          </a:xfrm>
          <a:prstGeom prst="straightConnector1">
            <a:avLst/>
          </a:prstGeom>
          <a:noFill/>
          <a:ln cap="flat" cmpd="sng" w="38100">
            <a:solidFill>
              <a:srgbClr val="38761D"/>
            </a:solidFill>
            <a:prstDash val="solid"/>
            <a:round/>
            <a:headEnd len="sm" w="sm" type="none"/>
            <a:tailEnd len="sm" w="sm" type="none"/>
          </a:ln>
        </p:spPr>
      </p:cxnSp>
      <p:cxnSp>
        <p:nvCxnSpPr>
          <p:cNvPr id="440" name="Google Shape;440;p47"/>
          <p:cNvCxnSpPr/>
          <p:nvPr/>
        </p:nvCxnSpPr>
        <p:spPr>
          <a:xfrm>
            <a:off x="3654600" y="1472425"/>
            <a:ext cx="570300" cy="0"/>
          </a:xfrm>
          <a:prstGeom prst="straightConnector1">
            <a:avLst/>
          </a:prstGeom>
          <a:noFill/>
          <a:ln cap="flat" cmpd="sng" w="38100">
            <a:solidFill>
              <a:srgbClr val="38761D"/>
            </a:solidFill>
            <a:prstDash val="solid"/>
            <a:round/>
            <a:headEnd len="sm" w="sm" type="none"/>
            <a:tailEnd len="sm" w="sm" type="none"/>
          </a:ln>
        </p:spPr>
      </p:cxnSp>
      <p:cxnSp>
        <p:nvCxnSpPr>
          <p:cNvPr id="441" name="Google Shape;441;p47"/>
          <p:cNvCxnSpPr/>
          <p:nvPr/>
        </p:nvCxnSpPr>
        <p:spPr>
          <a:xfrm>
            <a:off x="4397175" y="2077300"/>
            <a:ext cx="265500" cy="0"/>
          </a:xfrm>
          <a:prstGeom prst="straightConnector1">
            <a:avLst/>
          </a:prstGeom>
          <a:noFill/>
          <a:ln cap="flat" cmpd="sng" w="38100">
            <a:solidFill>
              <a:srgbClr val="38761D"/>
            </a:solidFill>
            <a:prstDash val="solid"/>
            <a:round/>
            <a:headEnd len="sm" w="sm" type="none"/>
            <a:tailEnd len="sm" w="sm" type="none"/>
          </a:ln>
        </p:spPr>
      </p:cxnSp>
      <p:cxnSp>
        <p:nvCxnSpPr>
          <p:cNvPr id="442" name="Google Shape;442;p47"/>
          <p:cNvCxnSpPr/>
          <p:nvPr/>
        </p:nvCxnSpPr>
        <p:spPr>
          <a:xfrm>
            <a:off x="4623350" y="2598525"/>
            <a:ext cx="1071900" cy="9900"/>
          </a:xfrm>
          <a:prstGeom prst="straightConnector1">
            <a:avLst/>
          </a:prstGeom>
          <a:noFill/>
          <a:ln cap="flat" cmpd="sng" w="38100">
            <a:solidFill>
              <a:srgbClr val="38761D"/>
            </a:solidFill>
            <a:prstDash val="solid"/>
            <a:round/>
            <a:headEnd len="sm" w="sm" type="none"/>
            <a:tailEnd len="sm" w="sm" type="none"/>
          </a:ln>
        </p:spPr>
      </p:cxnSp>
      <p:cxnSp>
        <p:nvCxnSpPr>
          <p:cNvPr id="443" name="Google Shape;443;p47"/>
          <p:cNvCxnSpPr/>
          <p:nvPr/>
        </p:nvCxnSpPr>
        <p:spPr>
          <a:xfrm>
            <a:off x="5410125" y="3021375"/>
            <a:ext cx="875400" cy="19800"/>
          </a:xfrm>
          <a:prstGeom prst="straightConnector1">
            <a:avLst/>
          </a:prstGeom>
          <a:noFill/>
          <a:ln cap="flat" cmpd="sng" w="38100">
            <a:solidFill>
              <a:srgbClr val="38761D"/>
            </a:solidFill>
            <a:prstDash val="solid"/>
            <a:round/>
            <a:headEnd len="sm" w="sm" type="none"/>
            <a:tailEnd len="sm" w="sm" type="none"/>
          </a:ln>
        </p:spPr>
      </p:cxnSp>
      <p:cxnSp>
        <p:nvCxnSpPr>
          <p:cNvPr id="444" name="Google Shape;444;p47"/>
          <p:cNvCxnSpPr/>
          <p:nvPr/>
        </p:nvCxnSpPr>
        <p:spPr>
          <a:xfrm>
            <a:off x="5695250" y="3522975"/>
            <a:ext cx="1623000" cy="9600"/>
          </a:xfrm>
          <a:prstGeom prst="straightConnector1">
            <a:avLst/>
          </a:prstGeom>
          <a:noFill/>
          <a:ln cap="flat" cmpd="sng" w="38100">
            <a:solidFill>
              <a:srgbClr val="38761D"/>
            </a:solidFill>
            <a:prstDash val="solid"/>
            <a:round/>
            <a:headEnd len="sm" w="sm" type="none"/>
            <a:tailEnd len="sm" w="sm" type="none"/>
          </a:ln>
        </p:spPr>
      </p:cxnSp>
      <p:cxnSp>
        <p:nvCxnSpPr>
          <p:cNvPr id="445" name="Google Shape;445;p47"/>
          <p:cNvCxnSpPr/>
          <p:nvPr/>
        </p:nvCxnSpPr>
        <p:spPr>
          <a:xfrm>
            <a:off x="6614825" y="4019550"/>
            <a:ext cx="875400" cy="19800"/>
          </a:xfrm>
          <a:prstGeom prst="straightConnector1">
            <a:avLst/>
          </a:prstGeom>
          <a:noFill/>
          <a:ln cap="flat" cmpd="sng" w="38100">
            <a:solidFill>
              <a:srgbClr val="38761D"/>
            </a:solidFill>
            <a:prstDash val="solid"/>
            <a:round/>
            <a:headEnd len="sm" w="sm" type="none"/>
            <a:tailEnd len="sm" w="sm" type="none"/>
          </a:ln>
        </p:spPr>
      </p:cxnSp>
      <p:cxnSp>
        <p:nvCxnSpPr>
          <p:cNvPr id="446" name="Google Shape;446;p47"/>
          <p:cNvCxnSpPr/>
          <p:nvPr/>
        </p:nvCxnSpPr>
        <p:spPr>
          <a:xfrm>
            <a:off x="7168825" y="4408000"/>
            <a:ext cx="570300" cy="0"/>
          </a:xfrm>
          <a:prstGeom prst="straightConnector1">
            <a:avLst/>
          </a:prstGeom>
          <a:noFill/>
          <a:ln cap="flat" cmpd="sng" w="38100">
            <a:solidFill>
              <a:srgbClr val="38761D"/>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8"/>
          <p:cNvSpPr txBox="1"/>
          <p:nvPr>
            <p:ph type="title"/>
          </p:nvPr>
        </p:nvSpPr>
        <p:spPr>
          <a:xfrm>
            <a:off x="1191075" y="2709475"/>
            <a:ext cx="3550200" cy="77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3800">
                <a:solidFill>
                  <a:srgbClr val="000000"/>
                </a:solidFill>
                <a:latin typeface="Times New Roman"/>
                <a:ea typeface="Times New Roman"/>
                <a:cs typeface="Times New Roman"/>
                <a:sym typeface="Times New Roman"/>
              </a:rPr>
              <a:t>References</a:t>
            </a:r>
            <a:endParaRPr sz="3800">
              <a:latin typeface="Times New Roman"/>
              <a:ea typeface="Times New Roman"/>
              <a:cs typeface="Times New Roman"/>
              <a:sym typeface="Times New Roman"/>
            </a:endParaRPr>
          </a:p>
        </p:txBody>
      </p:sp>
      <p:sp>
        <p:nvSpPr>
          <p:cNvPr id="452" name="Google Shape;452;p48"/>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latin typeface="Times New Roman"/>
                <a:ea typeface="Times New Roman"/>
                <a:cs typeface="Times New Roman"/>
                <a:sym typeface="Times New Roman"/>
              </a:rPr>
              <a:t>07</a:t>
            </a:r>
            <a:endParaRPr>
              <a:latin typeface="Times New Roman"/>
              <a:ea typeface="Times New Roman"/>
              <a:cs typeface="Times New Roman"/>
              <a:sym typeface="Times New Roman"/>
            </a:endParaRPr>
          </a:p>
        </p:txBody>
      </p:sp>
      <p:grpSp>
        <p:nvGrpSpPr>
          <p:cNvPr id="453" name="Google Shape;453;p48"/>
          <p:cNvGrpSpPr/>
          <p:nvPr/>
        </p:nvGrpSpPr>
        <p:grpSpPr>
          <a:xfrm flipH="1">
            <a:off x="-93625" y="2521475"/>
            <a:ext cx="4993500" cy="0"/>
            <a:chOff x="2220050" y="1547100"/>
            <a:chExt cx="4993500" cy="0"/>
          </a:xfrm>
        </p:grpSpPr>
        <p:cxnSp>
          <p:nvCxnSpPr>
            <p:cNvPr id="454" name="Google Shape;454;p48"/>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55" name="Google Shape;455;p48"/>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456" name="Google Shape;456;p4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grpSp>
        <p:nvGrpSpPr>
          <p:cNvPr id="461" name="Google Shape;461;p49"/>
          <p:cNvGrpSpPr/>
          <p:nvPr/>
        </p:nvGrpSpPr>
        <p:grpSpPr>
          <a:xfrm>
            <a:off x="-12" y="159700"/>
            <a:ext cx="3690000" cy="140400"/>
            <a:chOff x="3799713" y="1733250"/>
            <a:chExt cx="3690000" cy="140400"/>
          </a:xfrm>
        </p:grpSpPr>
        <p:cxnSp>
          <p:nvCxnSpPr>
            <p:cNvPr id="462" name="Google Shape;462;p49"/>
            <p:cNvCxnSpPr>
              <a:endCxn id="463" idx="1"/>
            </p:cNvCxnSpPr>
            <p:nvPr/>
          </p:nvCxnSpPr>
          <p:spPr>
            <a:xfrm>
              <a:off x="3799713" y="1803450"/>
              <a:ext cx="3549600" cy="0"/>
            </a:xfrm>
            <a:prstGeom prst="straightConnector1">
              <a:avLst/>
            </a:prstGeom>
            <a:noFill/>
            <a:ln cap="flat" cmpd="sng" w="9525">
              <a:solidFill>
                <a:schemeClr val="dk1"/>
              </a:solidFill>
              <a:prstDash val="solid"/>
              <a:round/>
              <a:headEnd len="sm" w="sm" type="none"/>
              <a:tailEnd len="sm" w="sm" type="none"/>
            </a:ln>
          </p:spPr>
        </p:cxnSp>
        <p:sp>
          <p:nvSpPr>
            <p:cNvPr id="463" name="Google Shape;463;p49"/>
            <p:cNvSpPr/>
            <p:nvPr/>
          </p:nvSpPr>
          <p:spPr>
            <a:xfrm>
              <a:off x="7349313" y="1733250"/>
              <a:ext cx="140400" cy="140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4" name="Google Shape;464;p49"/>
          <p:cNvSpPr txBox="1"/>
          <p:nvPr/>
        </p:nvSpPr>
        <p:spPr>
          <a:xfrm>
            <a:off x="441400" y="562750"/>
            <a:ext cx="8143200" cy="34725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91283"/>
              </a:lnSpc>
              <a:spcBef>
                <a:spcPts val="600"/>
              </a:spcBef>
              <a:spcAft>
                <a:spcPts val="0"/>
              </a:spcAft>
              <a:buClr>
                <a:schemeClr val="dk1"/>
              </a:buClr>
              <a:buSzPts val="1300"/>
              <a:buFont typeface="Times New Roman"/>
              <a:buChar char="●"/>
            </a:pPr>
            <a:r>
              <a:rPr b="0" i="1" lang="en" sz="1300" u="none" cap="none" strike="noStrike">
                <a:solidFill>
                  <a:schemeClr val="dk1"/>
                </a:solidFill>
                <a:highlight>
                  <a:srgbClr val="FFFFFF"/>
                </a:highlight>
                <a:latin typeface="Times New Roman"/>
                <a:ea typeface="Times New Roman"/>
                <a:cs typeface="Times New Roman"/>
                <a:sym typeface="Times New Roman"/>
              </a:rPr>
              <a:t>Fragment-Based Test Generation For Web Apps: </a:t>
            </a:r>
            <a:r>
              <a:rPr b="0" i="1" lang="en" sz="1300" u="none" cap="none" strike="noStrike">
                <a:solidFill>
                  <a:schemeClr val="hlink"/>
                </a:solidFill>
                <a:highlight>
                  <a:srgbClr val="FFFFFF"/>
                </a:highlight>
                <a:uFill>
                  <a:noFill/>
                </a:uFill>
                <a:latin typeface="Times New Roman"/>
                <a:ea typeface="Times New Roman"/>
                <a:cs typeface="Times New Roman"/>
                <a:sym typeface="Times New Roman"/>
                <a:hlinkClick r:id="rId3"/>
              </a:rPr>
              <a:t>https://arxiv.org/abs/2110.14043</a:t>
            </a:r>
            <a:endParaRPr b="0" i="1" sz="1300" u="none" cap="none" strike="noStrike">
              <a:solidFill>
                <a:schemeClr val="dk1"/>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chemeClr val="dk1"/>
              </a:buClr>
              <a:buSzPts val="1300"/>
              <a:buFont typeface="Times New Roman"/>
              <a:buChar char="●"/>
            </a:pPr>
            <a:r>
              <a:rPr b="0" i="1" lang="en" sz="1300" u="none" cap="none" strike="noStrike">
                <a:solidFill>
                  <a:schemeClr val="dk1"/>
                </a:solidFill>
                <a:highlight>
                  <a:srgbClr val="FFFFFF"/>
                </a:highlight>
                <a:latin typeface="Times New Roman"/>
                <a:ea typeface="Times New Roman"/>
                <a:cs typeface="Times New Roman"/>
                <a:sym typeface="Times New Roman"/>
              </a:rPr>
              <a:t>R. K. Yandrapalli, A. Stocco, and A. Mesbah, “Near-duplicate detection in web app model inference,” in Proceedings of the ACM/IEEE International Conference on Software Engineering (ICSE). ACM, 2020, p. 12 pages</a:t>
            </a:r>
            <a:endParaRPr b="0" i="1" sz="1300" u="none" cap="none" strike="noStrike">
              <a:solidFill>
                <a:schemeClr val="dk1"/>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rgbClr val="000000"/>
              </a:buClr>
              <a:buSzPts val="1300"/>
              <a:buFont typeface="Times New Roman"/>
              <a:buChar char="●"/>
            </a:pPr>
            <a:r>
              <a:rPr b="0" i="1" lang="en" sz="1300" u="none" cap="none" strike="noStrike">
                <a:solidFill>
                  <a:srgbClr val="000000"/>
                </a:solidFill>
                <a:highlight>
                  <a:srgbClr val="FFFFFF"/>
                </a:highlight>
                <a:latin typeface="Times New Roman"/>
                <a:ea typeface="Times New Roman"/>
                <a:cs typeface="Times New Roman"/>
                <a:sym typeface="Times New Roman"/>
              </a:rPr>
              <a:t>S. Thummalapenta, K. V. Lakshmi, S. Sinha, N. Sinha, and S. Chandra, “Guided test generation for web applications,” in 2013 35th International Conference on Software Engineering (ICSE), May 2013, pp. 162–171.</a:t>
            </a:r>
            <a:endParaRPr b="0" i="1" sz="1300" u="none" cap="none" strike="noStrike">
              <a:solidFill>
                <a:srgbClr val="000000"/>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rgbClr val="000000"/>
              </a:buClr>
              <a:buSzPts val="1300"/>
              <a:buFont typeface="Times New Roman"/>
              <a:buChar char="●"/>
            </a:pPr>
            <a:r>
              <a:rPr b="0" i="1" lang="en" sz="1300" u="none" cap="none" strike="noStrike">
                <a:solidFill>
                  <a:srgbClr val="000000"/>
                </a:solidFill>
                <a:highlight>
                  <a:srgbClr val="FFFFFF"/>
                </a:highlight>
                <a:latin typeface="Times New Roman"/>
                <a:ea typeface="Times New Roman"/>
                <a:cs typeface="Times New Roman"/>
                <a:sym typeface="Times New Roman"/>
              </a:rPr>
              <a:t>D. Roest, A. Mesbah, and A. v. Deursen, “Regression testing Ajax applications: Coping with dynamism,” in International Conference on Software Testing, Verification and Validation (ICST), 2010, pp. 127– 136</a:t>
            </a:r>
            <a:endParaRPr b="0" i="1" sz="1300" u="none" cap="none" strike="noStrike">
              <a:solidFill>
                <a:srgbClr val="000000"/>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rgbClr val="000000"/>
              </a:buClr>
              <a:buSzPts val="1300"/>
              <a:buFont typeface="Times New Roman"/>
              <a:buChar char="●"/>
            </a:pPr>
            <a:r>
              <a:rPr b="0" i="1" lang="en" sz="1300" u="none" cap="none" strike="noStrike">
                <a:solidFill>
                  <a:srgbClr val="000000"/>
                </a:solidFill>
                <a:highlight>
                  <a:srgbClr val="FFFFFF"/>
                </a:highlight>
                <a:latin typeface="Times New Roman"/>
                <a:ea typeface="Times New Roman"/>
                <a:cs typeface="Times New Roman"/>
                <a:sym typeface="Times New Roman"/>
              </a:rPr>
              <a:t>M. Leotta, A. Stocco, F. Ricca, and P. Tonella, “Using multi locators to increase the robustness of web test cases,” in Proceedings of 8th International Conference on Software Testing, Verification and Validation, ser. ICST 2015. IEEE, 2015, pp. 1–10.</a:t>
            </a:r>
            <a:endParaRPr b="0" i="1" sz="1300" u="none" cap="none" strike="noStrike">
              <a:solidFill>
                <a:srgbClr val="000000"/>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rgbClr val="000000"/>
              </a:buClr>
              <a:buSzPts val="1300"/>
              <a:buFont typeface="Times New Roman"/>
              <a:buChar char="●"/>
            </a:pPr>
            <a:r>
              <a:rPr b="0" i="1" lang="en" sz="1300" u="none" cap="none" strike="noStrike">
                <a:solidFill>
                  <a:srgbClr val="000000"/>
                </a:solidFill>
                <a:highlight>
                  <a:srgbClr val="FFFFFF"/>
                </a:highlight>
                <a:latin typeface="Times New Roman"/>
                <a:ea typeface="Times New Roman"/>
                <a:cs typeface="Times New Roman"/>
                <a:sym typeface="Times New Roman"/>
              </a:rPr>
              <a:t> [n.d.]. Stratified Random Classifier. https://scikit-learn.org/stable/modules/ generated/sklearn.dummy.DummyClassifier.html. Package: scikit-learn.</a:t>
            </a:r>
            <a:endParaRPr b="0" i="1" sz="1300" u="none" cap="none" strike="noStrike">
              <a:solidFill>
                <a:srgbClr val="000000"/>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rgbClr val="000000"/>
              </a:buClr>
              <a:buSzPts val="1300"/>
              <a:buFont typeface="Times New Roman"/>
              <a:buChar char="●"/>
            </a:pPr>
            <a:r>
              <a:rPr b="0" i="1" lang="en" sz="1300" u="none" cap="none" strike="noStrike">
                <a:solidFill>
                  <a:srgbClr val="000000"/>
                </a:solidFill>
                <a:highlight>
                  <a:srgbClr val="FFFFFF"/>
                </a:highlight>
                <a:latin typeface="Times New Roman"/>
                <a:ea typeface="Times New Roman"/>
                <a:cs typeface="Times New Roman"/>
                <a:sym typeface="Times New Roman"/>
              </a:rPr>
              <a:t>D. Amalfitano, A. R. Fasolino, and P. Tramontana. 2011. A GUI Crawling-Based Technique for Android Mobile Application Testing. In 2011 IEEE Fourth International Conference on Software Testing, Verification and Validation Workshops. 252–261. </a:t>
            </a:r>
            <a:r>
              <a:rPr b="0" i="1" lang="en" sz="1300" u="none" cap="none" strike="noStrike">
                <a:solidFill>
                  <a:schemeClr val="hlink"/>
                </a:solidFill>
                <a:highlight>
                  <a:srgbClr val="FFFFFF"/>
                </a:highlight>
                <a:uFill>
                  <a:noFill/>
                </a:uFill>
                <a:latin typeface="Times New Roman"/>
                <a:ea typeface="Times New Roman"/>
                <a:cs typeface="Times New Roman"/>
                <a:sym typeface="Times New Roman"/>
                <a:hlinkClick r:id="rId4"/>
              </a:rPr>
              <a:t>https://doi.org/10.1109/ICSTW.2011.77</a:t>
            </a:r>
            <a:endParaRPr b="0" i="1" sz="1300" u="none" cap="none" strike="noStrike">
              <a:solidFill>
                <a:srgbClr val="000000"/>
              </a:solidFill>
              <a:highlight>
                <a:srgbClr val="FFFFFF"/>
              </a:highlight>
              <a:latin typeface="Times New Roman"/>
              <a:ea typeface="Times New Roman"/>
              <a:cs typeface="Times New Roman"/>
              <a:sym typeface="Times New Roman"/>
            </a:endParaRPr>
          </a:p>
          <a:p>
            <a:pPr indent="-311150" lvl="0" marL="457200" marR="0" rtl="0" algn="l">
              <a:lnSpc>
                <a:spcPct val="91283"/>
              </a:lnSpc>
              <a:spcBef>
                <a:spcPts val="0"/>
              </a:spcBef>
              <a:spcAft>
                <a:spcPts val="0"/>
              </a:spcAft>
              <a:buClr>
                <a:srgbClr val="000000"/>
              </a:buClr>
              <a:buSzPts val="1300"/>
              <a:buFont typeface="Times New Roman"/>
              <a:buChar char="●"/>
            </a:pPr>
            <a:r>
              <a:rPr b="0" i="1" lang="en" sz="1300" u="none" cap="none" strike="noStrike">
                <a:solidFill>
                  <a:srgbClr val="000000"/>
                </a:solidFill>
                <a:highlight>
                  <a:srgbClr val="FFFFFF"/>
                </a:highlight>
                <a:latin typeface="Times New Roman"/>
                <a:ea typeface="Times New Roman"/>
                <a:cs typeface="Times New Roman"/>
                <a:sym typeface="Times New Roman"/>
              </a:rPr>
              <a:t> Fabio Calefato, Filippo Lanubile, and Teresa Mallardo. 2004. Function Clone Detection in Web Applications: A Semiautomated Approach. J. Web Eng. 3, 1 (May 2004), 3–21.</a:t>
            </a:r>
            <a:endParaRPr b="0" i="1" sz="1300" u="none" cap="none" strike="noStrike">
              <a:solidFill>
                <a:srgbClr val="000000"/>
              </a:solidFill>
              <a:highlight>
                <a:srgbClr val="FFFFFF"/>
              </a:highlight>
              <a:latin typeface="Times New Roman"/>
              <a:ea typeface="Times New Roman"/>
              <a:cs typeface="Times New Roman"/>
              <a:sym typeface="Times New Roman"/>
            </a:endParaRPr>
          </a:p>
        </p:txBody>
      </p:sp>
      <p:sp>
        <p:nvSpPr>
          <p:cNvPr id="465" name="Google Shape;465;p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0"/>
          <p:cNvSpPr txBox="1"/>
          <p:nvPr>
            <p:ph type="title"/>
          </p:nvPr>
        </p:nvSpPr>
        <p:spPr>
          <a:xfrm>
            <a:off x="3091725" y="1595401"/>
            <a:ext cx="5339100" cy="87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600"/>
              <a:buNone/>
            </a:pPr>
            <a:r>
              <a:rPr lang="en">
                <a:latin typeface="Times New Roman"/>
                <a:ea typeface="Times New Roman"/>
                <a:cs typeface="Times New Roman"/>
                <a:sym typeface="Times New Roman"/>
              </a:rPr>
              <a:t>Thanks!</a:t>
            </a:r>
            <a:endParaRPr>
              <a:latin typeface="Times New Roman"/>
              <a:ea typeface="Times New Roman"/>
              <a:cs typeface="Times New Roman"/>
              <a:sym typeface="Times New Roman"/>
            </a:endParaRPr>
          </a:p>
        </p:txBody>
      </p:sp>
      <p:grpSp>
        <p:nvGrpSpPr>
          <p:cNvPr id="471" name="Google Shape;471;p50"/>
          <p:cNvGrpSpPr/>
          <p:nvPr/>
        </p:nvGrpSpPr>
        <p:grpSpPr>
          <a:xfrm>
            <a:off x="3512076" y="2607000"/>
            <a:ext cx="5631932" cy="290400"/>
            <a:chOff x="3799713" y="2513992"/>
            <a:chExt cx="3672600" cy="290400"/>
          </a:xfrm>
        </p:grpSpPr>
        <p:sp>
          <p:nvSpPr>
            <p:cNvPr id="472" name="Google Shape;472;p50"/>
            <p:cNvSpPr/>
            <p:nvPr/>
          </p:nvSpPr>
          <p:spPr>
            <a:xfrm>
              <a:off x="3799713" y="2513992"/>
              <a:ext cx="140400" cy="290400"/>
            </a:xfrm>
            <a:prstGeom prst="diamond">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3" name="Google Shape;473;p50"/>
            <p:cNvCxnSpPr>
              <a:stCxn id="472" idx="3"/>
            </p:cNvCxnSpPr>
            <p:nvPr/>
          </p:nvCxnSpPr>
          <p:spPr>
            <a:xfrm>
              <a:off x="3940113" y="2659192"/>
              <a:ext cx="3532200" cy="0"/>
            </a:xfrm>
            <a:prstGeom prst="straightConnector1">
              <a:avLst/>
            </a:prstGeom>
            <a:noFill/>
            <a:ln cap="flat" cmpd="sng" w="9525">
              <a:solidFill>
                <a:schemeClr val="dk1"/>
              </a:solidFill>
              <a:prstDash val="solid"/>
              <a:round/>
              <a:headEnd len="sm" w="sm" type="none"/>
              <a:tailEnd len="sm" w="sm" type="none"/>
            </a:ln>
          </p:spPr>
        </p:cxnSp>
      </p:grpSp>
      <p:grpSp>
        <p:nvGrpSpPr>
          <p:cNvPr id="474" name="Google Shape;474;p50"/>
          <p:cNvGrpSpPr/>
          <p:nvPr/>
        </p:nvGrpSpPr>
        <p:grpSpPr>
          <a:xfrm>
            <a:off x="4389799" y="2897400"/>
            <a:ext cx="3690001" cy="146413"/>
            <a:chOff x="3799724" y="3438725"/>
            <a:chExt cx="3690001" cy="146413"/>
          </a:xfrm>
        </p:grpSpPr>
        <p:cxnSp>
          <p:nvCxnSpPr>
            <p:cNvPr id="475" name="Google Shape;475;p50"/>
            <p:cNvCxnSpPr/>
            <p:nvPr/>
          </p:nvCxnSpPr>
          <p:spPr>
            <a:xfrm>
              <a:off x="3799724" y="3438725"/>
              <a:ext cx="3376800" cy="0"/>
            </a:xfrm>
            <a:prstGeom prst="straightConnector1">
              <a:avLst/>
            </a:prstGeom>
            <a:noFill/>
            <a:ln cap="flat" cmpd="sng" w="9525">
              <a:solidFill>
                <a:schemeClr val="dk1"/>
              </a:solidFill>
              <a:prstDash val="solid"/>
              <a:round/>
              <a:headEnd len="sm" w="sm" type="none"/>
              <a:tailEnd len="sm" w="sm" type="none"/>
            </a:ln>
          </p:spPr>
        </p:cxnSp>
        <p:cxnSp>
          <p:nvCxnSpPr>
            <p:cNvPr id="476" name="Google Shape;476;p50"/>
            <p:cNvCxnSpPr/>
            <p:nvPr/>
          </p:nvCxnSpPr>
          <p:spPr>
            <a:xfrm>
              <a:off x="3799724" y="3585125"/>
              <a:ext cx="3376800" cy="0"/>
            </a:xfrm>
            <a:prstGeom prst="straightConnector1">
              <a:avLst/>
            </a:prstGeom>
            <a:noFill/>
            <a:ln cap="flat" cmpd="sng" w="9525">
              <a:solidFill>
                <a:schemeClr val="dk1"/>
              </a:solidFill>
              <a:prstDash val="solid"/>
              <a:round/>
              <a:headEnd len="sm" w="sm" type="none"/>
              <a:tailEnd len="sm" w="sm" type="none"/>
            </a:ln>
          </p:spPr>
        </p:cxnSp>
        <p:sp>
          <p:nvSpPr>
            <p:cNvPr id="477" name="Google Shape;477;p50"/>
            <p:cNvSpPr/>
            <p:nvPr/>
          </p:nvSpPr>
          <p:spPr>
            <a:xfrm>
              <a:off x="7349325" y="3444738"/>
              <a:ext cx="140400" cy="1404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8" name="Google Shape;478;p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lean and Neat Style Portfolio by Slidesgo">
  <a:themeElements>
    <a:clrScheme name="Simple Light">
      <a:dk1>
        <a:srgbClr val="191919"/>
      </a:dk1>
      <a:lt1>
        <a:srgbClr val="FFFFFF"/>
      </a:lt1>
      <a:dk2>
        <a:srgbClr val="45818E"/>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